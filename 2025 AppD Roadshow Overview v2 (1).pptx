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in6MaPDHL7MHzUjRX9EjDrom6iW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Rakib Kh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customschemas.google.com/relationships/presentationmetadata" Target="metadata"/><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1-02T16:01:05.475">
    <p:pos x="6000" y="0"/>
    <p:text>Let’s talk about how **Full-Stack Observability** empowers businesses to bridge the gap between application performance and business outcomes. 
---
### **Slide 1: Flow Map and Root Cause Analysis**
Imagine a tool that gives you complete visibility into your entire application stack—this is where Full-Stack Observability begins. By automatically generating a **Flow Map**, it provides a comprehensive view of your application’s performance. With this map, you can easily identify which components are affected by slow transactions or other issues. 
This visual representation allows you to drill down to pinpoint the **root cause** of the problem. Whether it’s a database query taking too long, a third-party service that’s unresponsive, or a bottleneck in the code, you can identify and address the issue efficiently. This is a game-changer for ensuring smooth and reliable application performance while reducing downtime.
---
### **Slide 2: Full-Stack Observability with Business Context**
Now let’s take it a step further by connecting technical performance to **business context**—this is the real power of Full-Stack Observability. 
- We start with **Full-Stack Visibility**: This layer continuously monitors the entire application ecosystem. As shown in the visual, we can detect anomalies—marked here as red dots—that indicate performance issues. These red flags guide us to areas of concern that need immediate attention. 
- Moving to **Full-Stack Insights**, we extract meaningful context from this visibility. For example, if there’s an issue with logging into the supplier portal or confirming a delivery, we link this back to its potential business impact. These insights highlight how technical issues can affect business-critical metrics like **revenue**, **conversion rates**, and the **user journey**. 
- Finally, we take **Full-Stack Actions** to address these issues. This could involve API call remediations, optimizing delivery routes, or scaling cloud resources. By prioritizing these actions, we</p:text>
    <p:extLst>
      <p:ext uri="{C676402C-5697-4E1C-873F-D02D1690AC5C}">
        <p15:threadingInfo timeZoneBias="0"/>
      </p:ext>
      <p:ext uri="http://customooxmlschemas.google.com/">
        <go:slidesCustomData xmlns:go="http://customooxmlschemas.google.com/" commentPostId="AAABbKXCbJY"/>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1-02T16:01:28.574">
    <p:pos x="6000" y="0"/>
    <p:text>Let’s talk about how **Full-Stack Observability** empowers businesses to bridge the gap between application performance and business outcomes. 
---
### **Slide 1: Flow Map and Root Cause Analysis**
Imagine a tool that gives you complete visibility into your entire application stack—this is where Full-Stack Observability begins. By automatically generating a **Flow Map**, it provides a comprehensive view of your application’s performance. With this map, you can easily identify which components are affected by slow transactions or other issues. 
This visual representation allows you to drill down to pinpoint the **root cause** of the problem. Whether it’s a database query taking too long, a third-party service that’s unresponsive, or a bottleneck in the code, you can identify and address the issue efficiently. This is a game-changer for ensuring smooth and reliable application performance while reducing downtime.
---
### **Slide 2: Full-Stack Observability with Business Context**
Now let’s take it a step further by connecting technical performance to **business context**—this is the real power of Full-Stack Observability. 
- We start with **Full-Stack Visibility**: This layer continuously monitors the entire application ecosystem. As shown in the visual, we can detect anomalies—marked here as red dots—that indicate performance issues. These red flags guide us to areas of concern that need immediate attention. 
- Moving to **Full-Stack Insights**, we extract meaningful context from this visibility. For example, if there’s an issue with logging into the supplier portal or confirming a delivery, we link this back to its potential business impact. These insights highlight how technical issues can affect business-critical metrics like **revenue**, **conversion rates**, and the **user journey**. 
- Finally, we take **Full-Stack Actions** to address these issues. This could involve API call remediations, optimizing delivery routes, or scaling cloud resources. By prioritizing these actions, we</p:text>
    <p:extLst>
      <p:ext uri="{C676402C-5697-4E1C-873F-D02D1690AC5C}">
        <p15:threadingInfo timeZoneBias="0"/>
      </p:ext>
      <p:ext uri="http://customooxmlschemas.google.com/">
        <go:slidesCustomData xmlns:go="http://customooxmlschemas.google.com/" commentPostId="AAABbKXCbJg"/>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01-02T16:01:23.651">
    <p:pos x="6000" y="0"/>
    <p:text>Let’s talk about how **Full-Stack Observability** empowers businesses to bridge the gap between application performance and business outcomes. 
---
### **Slide 1: Flow Map and Root Cause Analysis**
Imagine a tool that gives you complete visibility into your entire application stack—this is where Full-Stack Observability begins. By automatically generating a **Flow Map**, it provides a comprehensive view of your application’s performance. With this map, you can easily identify which components are affected by slow transactions or other issues. 
This visual representation allows you to drill down to pinpoint the **root cause** of the problem. Whether it’s a database query taking too long, a third-party service that’s unresponsive, or a bottleneck in the code, you can identify and address the issue efficiently. This is a game-changer for ensuring smooth and reliable application performance while reducing downtime.
---
### **Slide 2: Full-Stack Observability with Business Context**
Now let’s take it a step further by connecting technical performance to **business context**—this is the real power of Full-Stack Observability. 
- We start with **Full-Stack Visibility**: This layer continuously monitors the entire application ecosystem. As shown in the visual, we can detect anomalies—marked here as red dots—that indicate performance issues. These red flags guide us to areas of concern that need immediate attention. 
- Moving to **Full-Stack Insights**, we extract meaningful context from this visibility. For example, if there’s an issue with logging into the supplier portal or confirming a delivery, we link this back to its potential business impact. These insights highlight how technical issues can affect business-critical metrics like **revenue**, **conversion rates**, and the **user journey**. 
- Finally, we take **Full-Stack Actions** to address these issues. This could involve API call remediations, optimizing delivery routes, or scaling cloud resources. By prioritizing these actions, we</p:text>
    <p:extLst>
      <p:ext uri="{C676402C-5697-4E1C-873F-D02D1690AC5C}">
        <p15:threadingInfo timeZoneBias="0"/>
      </p:ext>
      <p:ext uri="http://customooxmlschemas.google.com/">
        <go:slidesCustomData xmlns:go="http://customooxmlschemas.google.com/" commentPostId="AAABbKXCbJc"/>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Intro AppD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We run AppD in your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is a view from your Pratt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Top 5 things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Demonstration</a:t>
            </a:r>
            <a:r>
              <a:rPr lang="en-US"/>
              <a:t> drill down</a:t>
            </a:r>
            <a:endParaRPr/>
          </a:p>
        </p:txBody>
      </p:sp>
      <p:sp>
        <p:nvSpPr>
          <p:cNvPr id="538" name="Google Shape;53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Audience:</a:t>
            </a:r>
            <a:endParaRPr/>
          </a:p>
          <a:p>
            <a:pPr indent="0" lvl="0" marL="0" rtl="0" algn="l">
              <a:lnSpc>
                <a:spcPct val="100000"/>
              </a:lnSpc>
              <a:spcBef>
                <a:spcPts val="0"/>
              </a:spcBef>
              <a:spcAft>
                <a:spcPts val="0"/>
              </a:spcAft>
              <a:buSzPts val="1400"/>
              <a:buNone/>
            </a:pPr>
            <a:r>
              <a:rPr lang="en-US"/>
              <a:t>When to use:</a:t>
            </a:r>
            <a:endParaRPr/>
          </a:p>
        </p:txBody>
      </p:sp>
      <p:sp>
        <p:nvSpPr>
          <p:cNvPr id="545" name="Google Shape;54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2268d58d69_0_39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g32268d58d69_0_39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400"/>
              <a:buNone/>
            </a:pPr>
            <a:r>
              <a:rPr lang="en-US" sz="1400"/>
              <a:t>AppDynamics offers powerful application performance management features such as real-time performance monitoring, end-to-end transaction visibility, and code-level diagnostics. It uses AI-powered root cause analysis, dynamic baselines, and anomaly detection to quickly identify and resolve performance issues. </a:t>
            </a:r>
            <a:endParaRPr sz="1400"/>
          </a:p>
          <a:p>
            <a:pPr indent="0" lvl="0" marL="0" rtl="0" algn="l">
              <a:lnSpc>
                <a:spcPct val="150000"/>
              </a:lnSpc>
              <a:spcBef>
                <a:spcPts val="0"/>
              </a:spcBef>
              <a:spcAft>
                <a:spcPts val="0"/>
              </a:spcAft>
              <a:buSzPts val="1400"/>
              <a:buNone/>
            </a:pPr>
            <a:r>
              <a:t/>
            </a:r>
            <a:endParaRPr sz="1400"/>
          </a:p>
          <a:p>
            <a:pPr indent="0" lvl="0" marL="0" rtl="0" algn="l">
              <a:lnSpc>
                <a:spcPct val="150000"/>
              </a:lnSpc>
              <a:spcBef>
                <a:spcPts val="0"/>
              </a:spcBef>
              <a:spcAft>
                <a:spcPts val="0"/>
              </a:spcAft>
              <a:buSzPts val="1400"/>
              <a:buNone/>
            </a:pPr>
            <a:r>
              <a:rPr lang="en-US" sz="1400"/>
              <a:t>At Pratt &amp; Witney we use OnPrem. AppD has the ability monitor </a:t>
            </a:r>
            <a:r>
              <a:rPr lang="en-US" sz="1400"/>
              <a:t>multi-cloud and </a:t>
            </a:r>
            <a:r>
              <a:rPr lang="en-US" sz="1400"/>
              <a:t>containers. </a:t>
            </a:r>
            <a:endParaRPr sz="1400"/>
          </a:p>
          <a:p>
            <a:pPr indent="0" lvl="0" marL="0" rtl="0" algn="l">
              <a:lnSpc>
                <a:spcPct val="150000"/>
              </a:lnSpc>
              <a:spcBef>
                <a:spcPts val="0"/>
              </a:spcBef>
              <a:spcAft>
                <a:spcPts val="0"/>
              </a:spcAft>
              <a:buSzPts val="1400"/>
              <a:buNone/>
            </a:pPr>
            <a:r>
              <a:t/>
            </a:r>
            <a:endParaRPr sz="1400"/>
          </a:p>
          <a:p>
            <a:pPr indent="0" lvl="0" marL="0" rtl="0" algn="l">
              <a:lnSpc>
                <a:spcPct val="150000"/>
              </a:lnSpc>
              <a:spcBef>
                <a:spcPts val="0"/>
              </a:spcBef>
              <a:spcAft>
                <a:spcPts val="0"/>
              </a:spcAft>
              <a:buSzPts val="1400"/>
              <a:buNone/>
            </a:pPr>
            <a:r>
              <a:rPr lang="en-US" sz="1400"/>
              <a:t>AppDynamics is an APM tool at first. But it has the </a:t>
            </a:r>
            <a:r>
              <a:rPr lang="en-US" sz="1400"/>
              <a:t>ability to track user experience from out of the box or custom dashboards.  </a:t>
            </a:r>
            <a:r>
              <a:rPr lang="en-US" sz="1400"/>
              <a:t> </a:t>
            </a:r>
            <a:endParaRPr sz="1400"/>
          </a:p>
          <a:p>
            <a:pPr indent="0" lvl="0" marL="0" rtl="0" algn="l">
              <a:lnSpc>
                <a:spcPct val="150000"/>
              </a:lnSpc>
              <a:spcBef>
                <a:spcPts val="0"/>
              </a:spcBef>
              <a:spcAft>
                <a:spcPts val="0"/>
              </a:spcAft>
              <a:buSzPts val="1400"/>
              <a:buNone/>
            </a:pPr>
            <a:r>
              <a:t/>
            </a:r>
            <a:endParaRPr sz="1400"/>
          </a:p>
          <a:p>
            <a:pPr indent="0" lvl="0" marL="0" rtl="0" algn="l">
              <a:lnSpc>
                <a:spcPct val="150000"/>
              </a:lnSpc>
              <a:spcBef>
                <a:spcPts val="0"/>
              </a:spcBef>
              <a:spcAft>
                <a:spcPts val="0"/>
              </a:spcAft>
              <a:buSzPts val="1400"/>
              <a:buNone/>
            </a:pPr>
            <a:r>
              <a:rPr lang="en-US" sz="1400"/>
              <a:t>Optimizing performance across complex environments can be simple as a view from the flowmap. </a:t>
            </a:r>
            <a:endParaRPr sz="1400"/>
          </a:p>
          <a:p>
            <a:pPr indent="0" lvl="0" marL="0" rtl="0" algn="l">
              <a:lnSpc>
                <a:spcPct val="150000"/>
              </a:lnSpc>
              <a:spcBef>
                <a:spcPts val="0"/>
              </a:spcBef>
              <a:spcAft>
                <a:spcPts val="0"/>
              </a:spcAft>
              <a:buSzPts val="1400"/>
              <a:buNone/>
            </a:pPr>
            <a:r>
              <a:t/>
            </a:r>
            <a:endParaRPr sz="1400"/>
          </a:p>
          <a:p>
            <a:pPr indent="0" lvl="0" marL="0" rtl="0" algn="l">
              <a:lnSpc>
                <a:spcPct val="150000"/>
              </a:lnSpc>
              <a:spcBef>
                <a:spcPts val="0"/>
              </a:spcBef>
              <a:spcAft>
                <a:spcPts val="0"/>
              </a:spcAft>
              <a:buSzPts val="1400"/>
              <a:buNone/>
            </a:pPr>
            <a:r>
              <a:rPr lang="en-US" sz="1400"/>
              <a:t>The key benefits include faster issue resolution, enhanced user satisfaction, reduced downtime, and actionable insights that link application performance to business outcomes. </a:t>
            </a:r>
            <a:endParaRPr sz="1400"/>
          </a:p>
          <a:p>
            <a:pPr indent="0" lvl="0" marL="0" rtl="0" algn="l">
              <a:lnSpc>
                <a:spcPct val="150000"/>
              </a:lnSpc>
              <a:spcBef>
                <a:spcPts val="0"/>
              </a:spcBef>
              <a:spcAft>
                <a:spcPts val="0"/>
              </a:spcAft>
              <a:buSzPts val="1400"/>
              <a:buNone/>
            </a:pPr>
            <a:r>
              <a:t/>
            </a:r>
            <a:endParaRPr sz="1400"/>
          </a:p>
          <a:p>
            <a:pPr indent="0" lvl="0" marL="0" rtl="0" algn="l">
              <a:lnSpc>
                <a:spcPct val="150000"/>
              </a:lnSpc>
              <a:spcBef>
                <a:spcPts val="0"/>
              </a:spcBef>
              <a:spcAft>
                <a:spcPts val="0"/>
              </a:spcAft>
              <a:buSzPts val="1400"/>
              <a:buNone/>
            </a:pPr>
            <a:r>
              <a:rPr lang="en-US" sz="1400"/>
              <a:t>Helping organizations improve both operational and business efficiency.</a:t>
            </a:r>
            <a:endParaRPr sz="1400"/>
          </a:p>
        </p:txBody>
      </p:sp>
      <p:sp>
        <p:nvSpPr>
          <p:cNvPr id="553" name="Google Shape;553;g32268d58d69_0_39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2268d58d69_0_28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g32268d58d69_0_28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400"/>
              <a:t>From F</a:t>
            </a:r>
            <a:r>
              <a:rPr b="1" lang="en-US" sz="1400"/>
              <a:t>ull-Stack </a:t>
            </a:r>
            <a:endParaRPr b="1" sz="1400"/>
          </a:p>
          <a:p>
            <a:pPr indent="0" lvl="0" marL="0" rtl="0" algn="l">
              <a:lnSpc>
                <a:spcPct val="115000"/>
              </a:lnSpc>
              <a:spcBef>
                <a:spcPts val="1200"/>
              </a:spcBef>
              <a:spcAft>
                <a:spcPts val="0"/>
              </a:spcAft>
              <a:buClr>
                <a:schemeClr val="dk1"/>
              </a:buClr>
              <a:buSzPts val="1100"/>
              <a:buFont typeface="Arial"/>
              <a:buNone/>
            </a:pPr>
            <a:r>
              <a:rPr lang="en-US" sz="1400"/>
              <a:t>in AppDynamics bridge the gap between application performance and business outcomes.  </a:t>
            </a:r>
            <a:endParaRPr sz="1400"/>
          </a:p>
          <a:p>
            <a:pPr indent="0" lvl="0" marL="0" rtl="0" algn="l">
              <a:lnSpc>
                <a:spcPct val="115000"/>
              </a:lnSpc>
              <a:spcBef>
                <a:spcPts val="1200"/>
              </a:spcBef>
              <a:spcAft>
                <a:spcPts val="0"/>
              </a:spcAft>
              <a:buClr>
                <a:schemeClr val="dk1"/>
              </a:buClr>
              <a:buSzPts val="1100"/>
              <a:buFont typeface="Arial"/>
              <a:buNone/>
            </a:pPr>
            <a:r>
              <a:rPr lang="en-US" sz="1400"/>
              <a:t>You complete visibility into your entire application stack— The tool automatically generates a *Flow Map*. With this map, you can easily identify which components are affected by slow transactions or other issues.  </a:t>
            </a:r>
            <a:endParaRPr sz="1400"/>
          </a:p>
          <a:p>
            <a:pPr indent="0" lvl="0" marL="0" rtl="0" algn="l">
              <a:lnSpc>
                <a:spcPct val="115000"/>
              </a:lnSpc>
              <a:spcBef>
                <a:spcPts val="1200"/>
              </a:spcBef>
              <a:spcAft>
                <a:spcPts val="0"/>
              </a:spcAft>
              <a:buClr>
                <a:schemeClr val="dk1"/>
              </a:buClr>
              <a:buSzPts val="1100"/>
              <a:buFont typeface="Arial"/>
              <a:buNone/>
            </a:pPr>
            <a:r>
              <a:t/>
            </a:r>
            <a:endParaRPr sz="1400"/>
          </a:p>
          <a:p>
            <a:pPr indent="0" lvl="0" marL="0" rtl="0" algn="l">
              <a:lnSpc>
                <a:spcPct val="115000"/>
              </a:lnSpc>
              <a:spcBef>
                <a:spcPts val="1200"/>
              </a:spcBef>
              <a:spcAft>
                <a:spcPts val="0"/>
              </a:spcAft>
              <a:buClr>
                <a:schemeClr val="dk1"/>
              </a:buClr>
              <a:buSzPts val="1100"/>
              <a:buFont typeface="Arial"/>
              <a:buNone/>
            </a:pPr>
            <a:r>
              <a:rPr lang="en-US" sz="1400"/>
              <a:t>The visual representation allows you to drill down to pinpoint the *root cause* of the problem. Whether it’s a database query taking too long, a third-party service that’s unresponsive, or a bottleneck in the code, you can identify and address the issue efficiently. Ensuring smooth and reliable application performance while reducing downtime.</a:t>
            </a:r>
            <a:endParaRPr sz="1400"/>
          </a:p>
          <a:p>
            <a:pPr indent="0" lvl="0" marL="0" rtl="0" algn="l">
              <a:lnSpc>
                <a:spcPct val="115000"/>
              </a:lnSpc>
              <a:spcBef>
                <a:spcPts val="1200"/>
              </a:spcBef>
              <a:spcAft>
                <a:spcPts val="0"/>
              </a:spcAft>
              <a:buClr>
                <a:schemeClr val="dk1"/>
              </a:buClr>
              <a:buSzPts val="1100"/>
              <a:buFont typeface="Arial"/>
              <a:buNone/>
            </a:pPr>
            <a:r>
              <a:t/>
            </a:r>
            <a:endParaRPr sz="1400"/>
          </a:p>
          <a:p>
            <a:pPr indent="0" lvl="0" marL="0" rtl="0" algn="l">
              <a:lnSpc>
                <a:spcPct val="115000"/>
              </a:lnSpc>
              <a:spcBef>
                <a:spcPts val="1200"/>
              </a:spcBef>
              <a:spcAft>
                <a:spcPts val="0"/>
              </a:spcAft>
              <a:buClr>
                <a:schemeClr val="dk1"/>
              </a:buClr>
              <a:buSzPts val="1100"/>
              <a:buFont typeface="Arial"/>
              <a:buNone/>
            </a:pPr>
            <a:r>
              <a:rPr b="1" lang="en-US" sz="1400"/>
              <a:t>From B</a:t>
            </a:r>
            <a:r>
              <a:rPr b="1" lang="en-US" sz="1400"/>
              <a:t>usiness context</a:t>
            </a:r>
            <a:endParaRPr b="1" sz="1400"/>
          </a:p>
          <a:p>
            <a:pPr indent="0" lvl="0" marL="0" rtl="0" algn="l">
              <a:lnSpc>
                <a:spcPct val="115000"/>
              </a:lnSpc>
              <a:spcBef>
                <a:spcPts val="1200"/>
              </a:spcBef>
              <a:spcAft>
                <a:spcPts val="0"/>
              </a:spcAft>
              <a:buClr>
                <a:schemeClr val="dk1"/>
              </a:buClr>
              <a:buSzPts val="1100"/>
              <a:buFont typeface="Arial"/>
              <a:buNone/>
            </a:pPr>
            <a:r>
              <a:rPr lang="en-US" sz="1400"/>
              <a:t>We can detect anomalies—marked here as red that indicate performance issues. These red flags help identify areas of concern that need immediate attention.  </a:t>
            </a:r>
            <a:endParaRPr sz="1400"/>
          </a:p>
          <a:p>
            <a:pPr indent="0" lvl="0" marL="0" rtl="0" algn="l">
              <a:lnSpc>
                <a:spcPct val="115000"/>
              </a:lnSpc>
              <a:spcBef>
                <a:spcPts val="1200"/>
              </a:spcBef>
              <a:spcAft>
                <a:spcPts val="0"/>
              </a:spcAft>
              <a:buClr>
                <a:schemeClr val="dk1"/>
              </a:buClr>
              <a:buSzPts val="1100"/>
              <a:buFont typeface="Arial"/>
              <a:buNone/>
            </a:pPr>
            <a:r>
              <a:t/>
            </a:r>
            <a:endParaRPr sz="1400"/>
          </a:p>
          <a:p>
            <a:pPr indent="0" lvl="0" marL="0" rtl="0" algn="l">
              <a:lnSpc>
                <a:spcPct val="115000"/>
              </a:lnSpc>
              <a:spcBef>
                <a:spcPts val="1200"/>
              </a:spcBef>
              <a:spcAft>
                <a:spcPts val="0"/>
              </a:spcAft>
              <a:buClr>
                <a:schemeClr val="dk1"/>
              </a:buClr>
              <a:buSzPts val="1100"/>
              <a:buFont typeface="Arial"/>
              <a:buNone/>
            </a:pPr>
            <a:r>
              <a:rPr lang="en-US" sz="1400"/>
              <a:t>we extract meaningful context from this visibility. For example, a dashboard showing issues related to logging into the supplier portal. We can create custom metrics to help us identify specific key functions of the application. We can create custom metrics to help us simplify the performance of the user journey  </a:t>
            </a:r>
            <a:endParaRPr sz="1400"/>
          </a:p>
          <a:p>
            <a:pPr indent="0" lvl="0" marL="0" rtl="0" algn="l">
              <a:lnSpc>
                <a:spcPct val="115000"/>
              </a:lnSpc>
              <a:spcBef>
                <a:spcPts val="1200"/>
              </a:spcBef>
              <a:spcAft>
                <a:spcPts val="0"/>
              </a:spcAft>
              <a:buClr>
                <a:schemeClr val="dk1"/>
              </a:buClr>
              <a:buSzPts val="1100"/>
              <a:buFont typeface="Arial"/>
              <a:buNone/>
            </a:pPr>
            <a:r>
              <a:t/>
            </a:r>
            <a:endParaRPr sz="1400"/>
          </a:p>
          <a:p>
            <a:pPr indent="0" lvl="0" marL="0" rtl="0" algn="l">
              <a:lnSpc>
                <a:spcPct val="115000"/>
              </a:lnSpc>
              <a:spcBef>
                <a:spcPts val="1200"/>
              </a:spcBef>
              <a:spcAft>
                <a:spcPts val="0"/>
              </a:spcAft>
              <a:buClr>
                <a:schemeClr val="dk1"/>
              </a:buClr>
              <a:buSzPts val="1100"/>
              <a:buFont typeface="Arial"/>
              <a:buNone/>
            </a:pPr>
            <a:r>
              <a:rPr lang="en-US" sz="1400"/>
              <a:t>Having that insight provides us a end-to-end approach: identifying issues, better business insights, data-driven actions to improve performance and outcomes.</a:t>
            </a:r>
            <a:endParaRPr sz="1400"/>
          </a:p>
        </p:txBody>
      </p:sp>
      <p:sp>
        <p:nvSpPr>
          <p:cNvPr id="561" name="Google Shape;561;g32268d58d69_0_28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2268d58d69_0_301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2268d58d69_0_3017:notes"/>
          <p:cNvSpPr txBox="1"/>
          <p:nvPr>
            <p:ph idx="1" type="body"/>
          </p:nvPr>
        </p:nvSpPr>
        <p:spPr>
          <a:xfrm>
            <a:off x="701040" y="4473893"/>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Let’s talk about how *Full-Stack Observability* empowers businesses to bridge the gap between application performance and business outcomes.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Imagine a tool that gives you complete visibility into your entire application stack—this is where Full-Stack Observability begins. By automatically generating a *Flow Map*, it provides a comprehensive view of your application’s performance. With this map, you can easily identify which components are affected by slow transactions or other issues.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This visual representation allows you to drill down to pinpoint the *root cause* of the problem. Whether it’s a database query taking too long, a third-party service that’s unresponsive, or a bottleneck in the code, you can identify and address the issue efficiently. This is a game-changer for ensuring smooth and reliable application performance while reducing downtime.</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Now let’s take it a step further by connecting technical performance to *business context*—this is the real power of Full-Stack Observability.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 We start with *Full-Stack Visibility*: This layer continuously monitors the entire application ecosystem. As shown in the visual, we can detect anomalies—marked here as red dots—that indicate performance issues. These red flags guide us to areas of concern that need immediate attention.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 Moving to *Full-Stack Insights, we extract meaningful context from this visibility. For example, if there’s an issue with logging into the supplier portal or confirming a delivery, we link this back to its potential business impact. These insights highlight how technical issues can affect business-critical metrics like **revenue, **conversion rates, and the **user journey*.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 Finally, we take *Full-Stack Actions* to address these issues. This could involve API call remediations, optimizing delivery routes, or scaling cloud resources. By prioritizing these actions, we ensure that the most critical problems are resolved first, minimizing business disruption and optimizing costs.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In essence, Full-Stack Observability provides an end-to-end approach: identifying issues, contextualizing them with business insights, and enabling data-driven actions to improve performance and outcomes. It’s not just about fixing what’s broken—it’s about ensuring your technology serves your business goals seamlessly and efficiently.</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00000"/>
              </a:lnSpc>
              <a:spcBef>
                <a:spcPts val="1200"/>
              </a:spcBef>
              <a:spcAft>
                <a:spcPts val="0"/>
              </a:spcAft>
              <a:buClr>
                <a:schemeClr val="dk1"/>
              </a:buClr>
              <a:buSzPts val="1800"/>
              <a:buFont typeface="Arial"/>
              <a:buNone/>
            </a:pPr>
            <a:r>
              <a:t/>
            </a:r>
            <a:endParaRPr sz="1400">
              <a:latin typeface="Arial"/>
              <a:ea typeface="Arial"/>
              <a:cs typeface="Arial"/>
              <a:sym typeface="Arial"/>
            </a:endParaRPr>
          </a:p>
        </p:txBody>
      </p:sp>
      <p:sp>
        <p:nvSpPr>
          <p:cNvPr id="709" name="Google Shape;709;g32268d58d69_0_3017:notes"/>
          <p:cNvSpPr txBox="1"/>
          <p:nvPr>
            <p:ph idx="12" type="sldNum"/>
          </p:nvPr>
        </p:nvSpPr>
        <p:spPr>
          <a:xfrm>
            <a:off x="3970938" y="8829967"/>
            <a:ext cx="3037800" cy="466200"/>
          </a:xfrm>
          <a:prstGeom prst="rect">
            <a:avLst/>
          </a:prstGeom>
          <a:noFill/>
          <a:ln>
            <a:noFill/>
          </a:ln>
        </p:spPr>
        <p:txBody>
          <a:bodyPr anchorCtr="0" anchor="b" bIns="46550" lIns="93150" spcFirstLastPara="1" rIns="93150" wrap="square" tIns="465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2268d58d69_0_3331: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3" name="Google Shape;1023;g32268d58d69_0_3331:notes"/>
          <p:cNvSpPr txBox="1"/>
          <p:nvPr>
            <p:ph idx="1" type="body"/>
          </p:nvPr>
        </p:nvSpPr>
        <p:spPr>
          <a:xfrm>
            <a:off x="701040" y="4473893"/>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540"/>
              </a:spcBef>
              <a:spcAft>
                <a:spcPts val="0"/>
              </a:spcAft>
              <a:buClr>
                <a:schemeClr val="dk1"/>
              </a:buClr>
              <a:buSzPts val="1100"/>
              <a:buFont typeface="Arial"/>
              <a:buNone/>
            </a:pPr>
            <a:r>
              <a:rPr lang="en-US" sz="1400"/>
              <a:t>Full-Stack Observability empowers businesses to bridge the gap between application performance and business outcomes.  </a:t>
            </a:r>
            <a:endParaRPr sz="1400"/>
          </a:p>
          <a:p>
            <a:pPr indent="0" lvl="0" marL="0" rtl="0" algn="l">
              <a:lnSpc>
                <a:spcPct val="100000"/>
              </a:lnSpc>
              <a:spcBef>
                <a:spcPts val="540"/>
              </a:spcBef>
              <a:spcAft>
                <a:spcPts val="0"/>
              </a:spcAft>
              <a:buClr>
                <a:schemeClr val="dk1"/>
              </a:buClr>
              <a:buSzPts val="1100"/>
              <a:buFont typeface="Arial"/>
              <a:buNone/>
            </a:pPr>
            <a:r>
              <a:t/>
            </a:r>
            <a:endParaRPr sz="1400"/>
          </a:p>
          <a:p>
            <a:pPr indent="0" lvl="0" marL="0" rtl="0" algn="l">
              <a:lnSpc>
                <a:spcPct val="100000"/>
              </a:lnSpc>
              <a:spcBef>
                <a:spcPts val="540"/>
              </a:spcBef>
              <a:spcAft>
                <a:spcPts val="0"/>
              </a:spcAft>
              <a:buClr>
                <a:schemeClr val="dk1"/>
              </a:buClr>
              <a:buSzPts val="1100"/>
              <a:buFont typeface="Arial"/>
              <a:buNone/>
            </a:pPr>
            <a:r>
              <a:rPr lang="en-US" sz="1400"/>
              <a:t>AppDynamics  gives you complete visibility into your entire application stack. Once instrumented AppD automatically generates a *Flow Map*, providing a holistic view of your application’s performance. With this map, you can easily identify which components are affected by color code or timeframe. </a:t>
            </a:r>
            <a:endParaRPr sz="1400"/>
          </a:p>
          <a:p>
            <a:pPr indent="0" lvl="0" marL="0" rtl="0" algn="l">
              <a:lnSpc>
                <a:spcPct val="100000"/>
              </a:lnSpc>
              <a:spcBef>
                <a:spcPts val="540"/>
              </a:spcBef>
              <a:spcAft>
                <a:spcPts val="0"/>
              </a:spcAft>
              <a:buClr>
                <a:schemeClr val="dk1"/>
              </a:buClr>
              <a:buSzPts val="1100"/>
              <a:buFont typeface="Arial"/>
              <a:buNone/>
            </a:pPr>
            <a:r>
              <a:t/>
            </a:r>
            <a:endParaRPr sz="1400"/>
          </a:p>
          <a:p>
            <a:pPr indent="0" lvl="0" marL="0" rtl="0" algn="l">
              <a:lnSpc>
                <a:spcPct val="100000"/>
              </a:lnSpc>
              <a:spcBef>
                <a:spcPts val="540"/>
              </a:spcBef>
              <a:spcAft>
                <a:spcPts val="0"/>
              </a:spcAft>
              <a:buClr>
                <a:schemeClr val="dk1"/>
              </a:buClr>
              <a:buSzPts val="1100"/>
              <a:buFont typeface="Arial"/>
              <a:buNone/>
            </a:pPr>
            <a:r>
              <a:rPr lang="en-US" sz="1400"/>
              <a:t>This visual representation allows you to drill down to pinpoint the *root cause* of the problem. Whether it’s a database query taking too long, a third-party service that’s unresponsive, or a bottleneck in the code, you can identify and address the issue efficiently. This is a game-changer for ensuring smooth and reliable application performance while reducing downtime.</a:t>
            </a:r>
            <a:endParaRPr sz="1400"/>
          </a:p>
          <a:p>
            <a:pPr indent="0" lvl="0" marL="0" rtl="0" algn="l">
              <a:lnSpc>
                <a:spcPct val="100000"/>
              </a:lnSpc>
              <a:spcBef>
                <a:spcPts val="540"/>
              </a:spcBef>
              <a:spcAft>
                <a:spcPts val="0"/>
              </a:spcAft>
              <a:buClr>
                <a:schemeClr val="dk1"/>
              </a:buClr>
              <a:buSzPts val="1100"/>
              <a:buFont typeface="Arial"/>
              <a:buNone/>
            </a:pPr>
            <a:r>
              <a:t/>
            </a:r>
            <a:endParaRPr sz="1400"/>
          </a:p>
          <a:p>
            <a:pPr indent="0" lvl="0" marL="0" rtl="0" algn="l">
              <a:lnSpc>
                <a:spcPct val="100000"/>
              </a:lnSpc>
              <a:spcBef>
                <a:spcPts val="540"/>
              </a:spcBef>
              <a:spcAft>
                <a:spcPts val="0"/>
              </a:spcAft>
              <a:buClr>
                <a:schemeClr val="dk1"/>
              </a:buClr>
              <a:buSzPts val="1100"/>
              <a:buFont typeface="Arial"/>
              <a:buNone/>
            </a:pPr>
            <a:r>
              <a:rPr lang="en-US" sz="1400"/>
              <a:t>Let’s take it a step further by connecting technical performance to *business context*—this is the real power of Full-Stack Observability.  </a:t>
            </a:r>
            <a:endParaRPr sz="1400"/>
          </a:p>
          <a:p>
            <a:pPr indent="0" lvl="0" marL="0" rtl="0" algn="l">
              <a:lnSpc>
                <a:spcPct val="100000"/>
              </a:lnSpc>
              <a:spcBef>
                <a:spcPts val="540"/>
              </a:spcBef>
              <a:spcAft>
                <a:spcPts val="0"/>
              </a:spcAft>
              <a:buClr>
                <a:schemeClr val="dk1"/>
              </a:buClr>
              <a:buSzPts val="1100"/>
              <a:buFont typeface="Arial"/>
              <a:buNone/>
            </a:pPr>
            <a:r>
              <a:t/>
            </a:r>
            <a:endParaRPr sz="1400"/>
          </a:p>
          <a:p>
            <a:pPr indent="0" lvl="0" marL="0" rtl="0" algn="l">
              <a:lnSpc>
                <a:spcPct val="100000"/>
              </a:lnSpc>
              <a:spcBef>
                <a:spcPts val="540"/>
              </a:spcBef>
              <a:spcAft>
                <a:spcPts val="0"/>
              </a:spcAft>
              <a:buClr>
                <a:schemeClr val="dk1"/>
              </a:buClr>
              <a:buSzPts val="1100"/>
              <a:buFont typeface="Arial"/>
              <a:buNone/>
            </a:pPr>
            <a:r>
              <a:rPr lang="en-US" sz="1400"/>
              <a:t>- We start with *Full-Stack Visibility*: This layer continuously monitors the entire application ecosystem. As shown in the visual, we can detect anomalies—marked here as red dots—that indicate performance issues. These red flags guide us to areas of concern that need immediate attention.  </a:t>
            </a:r>
            <a:endParaRPr sz="1400"/>
          </a:p>
          <a:p>
            <a:pPr indent="0" lvl="0" marL="0" rtl="0" algn="l">
              <a:lnSpc>
                <a:spcPct val="100000"/>
              </a:lnSpc>
              <a:spcBef>
                <a:spcPts val="540"/>
              </a:spcBef>
              <a:spcAft>
                <a:spcPts val="0"/>
              </a:spcAft>
              <a:buClr>
                <a:schemeClr val="dk1"/>
              </a:buClr>
              <a:buSzPts val="1100"/>
              <a:buFont typeface="Arial"/>
              <a:buNone/>
            </a:pPr>
            <a:r>
              <a:t/>
            </a:r>
            <a:endParaRPr sz="1400"/>
          </a:p>
          <a:p>
            <a:pPr indent="0" lvl="0" marL="0" rtl="0" algn="l">
              <a:lnSpc>
                <a:spcPct val="100000"/>
              </a:lnSpc>
              <a:spcBef>
                <a:spcPts val="540"/>
              </a:spcBef>
              <a:spcAft>
                <a:spcPts val="0"/>
              </a:spcAft>
              <a:buClr>
                <a:schemeClr val="dk1"/>
              </a:buClr>
              <a:buSzPts val="1100"/>
              <a:buFont typeface="Arial"/>
              <a:buNone/>
            </a:pPr>
            <a:r>
              <a:rPr lang="en-US" sz="1400"/>
              <a:t>- Moving to *Full-Stack Insights, we extract meaningful context from this visibility. For example, if there’s an issue with logging into the supplier portal or confirming a delivery, we link this back to its potential business impact. These insights highlight how technical issues can affect business-critical metrics like **revenue, **conversion rates, and the **user journey*.  </a:t>
            </a:r>
            <a:endParaRPr sz="1400"/>
          </a:p>
          <a:p>
            <a:pPr indent="0" lvl="0" marL="0" rtl="0" algn="l">
              <a:lnSpc>
                <a:spcPct val="100000"/>
              </a:lnSpc>
              <a:spcBef>
                <a:spcPts val="540"/>
              </a:spcBef>
              <a:spcAft>
                <a:spcPts val="0"/>
              </a:spcAft>
              <a:buClr>
                <a:schemeClr val="dk1"/>
              </a:buClr>
              <a:buSzPts val="1100"/>
              <a:buFont typeface="Arial"/>
              <a:buNone/>
            </a:pPr>
            <a:r>
              <a:t/>
            </a:r>
            <a:endParaRPr sz="1400"/>
          </a:p>
          <a:p>
            <a:pPr indent="0" lvl="0" marL="0" rtl="0" algn="l">
              <a:lnSpc>
                <a:spcPct val="100000"/>
              </a:lnSpc>
              <a:spcBef>
                <a:spcPts val="540"/>
              </a:spcBef>
              <a:spcAft>
                <a:spcPts val="0"/>
              </a:spcAft>
              <a:buClr>
                <a:schemeClr val="dk1"/>
              </a:buClr>
              <a:buSzPts val="1100"/>
              <a:buFont typeface="Arial"/>
              <a:buNone/>
            </a:pPr>
            <a:r>
              <a:rPr lang="en-US" sz="1400"/>
              <a:t>- Finally, we take *Full-Stack Actions* to address these issues. This could involve API call remediations, optimizing delivery routes, or scaling cloud resources. By prioritizing these actions, we ensure that the most critical problems are resolved first, minimizing business disruption and optimizing costs.  </a:t>
            </a:r>
            <a:endParaRPr sz="1400"/>
          </a:p>
          <a:p>
            <a:pPr indent="0" lvl="0" marL="0" rtl="0" algn="l">
              <a:lnSpc>
                <a:spcPct val="100000"/>
              </a:lnSpc>
              <a:spcBef>
                <a:spcPts val="540"/>
              </a:spcBef>
              <a:spcAft>
                <a:spcPts val="0"/>
              </a:spcAft>
              <a:buClr>
                <a:schemeClr val="dk1"/>
              </a:buClr>
              <a:buSzPts val="1100"/>
              <a:buFont typeface="Arial"/>
              <a:buNone/>
            </a:pPr>
            <a:r>
              <a:t/>
            </a:r>
            <a:endParaRPr sz="1400"/>
          </a:p>
          <a:p>
            <a:pPr indent="0" lvl="0" marL="0" rtl="0" algn="l">
              <a:lnSpc>
                <a:spcPct val="100000"/>
              </a:lnSpc>
              <a:spcBef>
                <a:spcPts val="540"/>
              </a:spcBef>
              <a:spcAft>
                <a:spcPts val="0"/>
              </a:spcAft>
              <a:buClr>
                <a:schemeClr val="dk1"/>
              </a:buClr>
              <a:buSzPts val="1100"/>
              <a:buFont typeface="Arial"/>
              <a:buNone/>
            </a:pPr>
            <a:r>
              <a:rPr lang="en-US" sz="1400"/>
              <a:t>In essence, Full-Stack Observability provides an end-to-end approach: identifying issues, contextualizing them with business insights, and enabling data-driven actions to improve performance and outcomes. It’s not just about fixing what’s broken—it’s about ensuring your technology serves your business goals seamlessly and efficiently.</a:t>
            </a:r>
            <a:endParaRPr sz="1400"/>
          </a:p>
        </p:txBody>
      </p:sp>
      <p:sp>
        <p:nvSpPr>
          <p:cNvPr id="1024" name="Google Shape;1024;g32268d58d69_0_3331:notes"/>
          <p:cNvSpPr txBox="1"/>
          <p:nvPr>
            <p:ph idx="12" type="sldNum"/>
          </p:nvPr>
        </p:nvSpPr>
        <p:spPr>
          <a:xfrm>
            <a:off x="3970938" y="8829967"/>
            <a:ext cx="3037800" cy="466200"/>
          </a:xfrm>
          <a:prstGeom prst="rect">
            <a:avLst/>
          </a:prstGeom>
          <a:noFill/>
          <a:ln>
            <a:noFill/>
          </a:ln>
        </p:spPr>
        <p:txBody>
          <a:bodyPr anchorCtr="0" anchor="b" bIns="46550" lIns="93150" spcFirstLastPara="1" rIns="93150" wrap="square" tIns="465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2a4b6e9a26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3" name="Google Shape;1343;g2a4b6e9a2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400"/>
              <a:buNone/>
            </a:pPr>
            <a:r>
              <a:rPr lang="en-US" sz="1400"/>
              <a:t>A custom dashboard enables you to display a specific set of metrics and data points on one screen.  All customizable but we want to </a:t>
            </a:r>
            <a:r>
              <a:rPr lang="en-US" sz="1400"/>
              <a:t>standardize</a:t>
            </a:r>
            <a:r>
              <a:rPr lang="en-US" sz="1400"/>
              <a:t> it, one for business and another for </a:t>
            </a:r>
            <a:r>
              <a:rPr lang="en-US" sz="1400"/>
              <a:t>technical</a:t>
            </a:r>
            <a:r>
              <a:rPr lang="en-US" sz="1400"/>
              <a:t> folks.</a:t>
            </a:r>
            <a:endParaRPr sz="1400"/>
          </a:p>
          <a:p>
            <a:pPr indent="0" lvl="0" marL="0" rtl="0" algn="l">
              <a:lnSpc>
                <a:spcPct val="150000"/>
              </a:lnSpc>
              <a:spcBef>
                <a:spcPts val="0"/>
              </a:spcBef>
              <a:spcAft>
                <a:spcPts val="0"/>
              </a:spcAft>
              <a:buSzPts val="1400"/>
              <a:buNone/>
            </a:pPr>
            <a:r>
              <a:t/>
            </a:r>
            <a:endParaRPr sz="1400"/>
          </a:p>
          <a:p>
            <a:pPr indent="0" lvl="0" marL="0" rtl="0" algn="l">
              <a:lnSpc>
                <a:spcPct val="150000"/>
              </a:lnSpc>
              <a:spcBef>
                <a:spcPts val="0"/>
              </a:spcBef>
              <a:spcAft>
                <a:spcPts val="0"/>
              </a:spcAft>
              <a:buSzPts val="1400"/>
              <a:buNone/>
            </a:pPr>
            <a:r>
              <a:rPr b="1" lang="en-US" sz="1400"/>
              <a:t>Business </a:t>
            </a:r>
            <a:endParaRPr sz="1400"/>
          </a:p>
          <a:p>
            <a:pPr indent="0" lvl="0" marL="0" rtl="0" algn="l">
              <a:lnSpc>
                <a:spcPct val="150000"/>
              </a:lnSpc>
              <a:spcBef>
                <a:spcPts val="0"/>
              </a:spcBef>
              <a:spcAft>
                <a:spcPts val="0"/>
              </a:spcAft>
              <a:buClr>
                <a:schemeClr val="dk1"/>
              </a:buClr>
              <a:buSzPts val="1400"/>
              <a:buFont typeface="Arial"/>
              <a:buNone/>
            </a:pPr>
            <a:r>
              <a:rPr lang="en-US" sz="1400"/>
              <a:t>We can assign a dashboard for a</a:t>
            </a:r>
            <a:r>
              <a:rPr lang="en-US" sz="1400"/>
              <a:t>n executive who may only need a high-level view of system performance and activity.  </a:t>
            </a:r>
            <a:endParaRPr sz="1400"/>
          </a:p>
          <a:p>
            <a:pPr indent="0" lvl="0" marL="0" rtl="0" algn="l">
              <a:lnSpc>
                <a:spcPct val="150000"/>
              </a:lnSpc>
              <a:spcBef>
                <a:spcPts val="0"/>
              </a:spcBef>
              <a:spcAft>
                <a:spcPts val="0"/>
              </a:spcAft>
              <a:buSzPts val="1400"/>
              <a:buNone/>
            </a:pPr>
            <a:r>
              <a:t/>
            </a:r>
            <a:endParaRPr sz="1400"/>
          </a:p>
          <a:p>
            <a:pPr indent="0" lvl="0" marL="0" rtl="0" algn="l">
              <a:lnSpc>
                <a:spcPct val="150000"/>
              </a:lnSpc>
              <a:spcBef>
                <a:spcPts val="0"/>
              </a:spcBef>
              <a:spcAft>
                <a:spcPts val="0"/>
              </a:spcAft>
              <a:buClr>
                <a:schemeClr val="dk1"/>
              </a:buClr>
              <a:buSzPts val="1400"/>
              <a:buFont typeface="Arial"/>
              <a:buNone/>
            </a:pPr>
            <a:r>
              <a:rPr b="1" lang="en-US" sz="1400"/>
              <a:t>Developer</a:t>
            </a:r>
            <a:endParaRPr sz="1400"/>
          </a:p>
          <a:p>
            <a:pPr indent="0" lvl="0" marL="0" rtl="0" algn="l">
              <a:lnSpc>
                <a:spcPct val="150000"/>
              </a:lnSpc>
              <a:spcBef>
                <a:spcPts val="0"/>
              </a:spcBef>
              <a:spcAft>
                <a:spcPts val="0"/>
              </a:spcAft>
              <a:buSzPts val="1400"/>
              <a:buNone/>
            </a:pPr>
            <a:r>
              <a:rPr lang="en-US" sz="1400"/>
              <a:t>Dashboard to view server and database metrics. Number of Call Load per node. Slow Calls per Node. Memory usage, Number of of Error Rate</a:t>
            </a:r>
            <a:endParaRPr sz="1400"/>
          </a:p>
          <a:p>
            <a:pPr indent="0" lvl="0" marL="0" rtl="0" algn="l">
              <a:lnSpc>
                <a:spcPct val="150000"/>
              </a:lnSpc>
              <a:spcBef>
                <a:spcPts val="0"/>
              </a:spcBef>
              <a:spcAft>
                <a:spcPts val="0"/>
              </a:spcAft>
              <a:buSzPts val="1400"/>
              <a:buNone/>
            </a:pPr>
            <a:r>
              <a:t/>
            </a:r>
            <a:endParaRPr sz="1400"/>
          </a:p>
          <a:p>
            <a:pPr indent="0" lvl="0" marL="0" rtl="0" algn="l">
              <a:lnSpc>
                <a:spcPct val="150000"/>
              </a:lnSpc>
              <a:spcBef>
                <a:spcPts val="0"/>
              </a:spcBef>
              <a:spcAft>
                <a:spcPts val="0"/>
              </a:spcAft>
              <a:buSzPts val="1400"/>
              <a:buNone/>
            </a:pPr>
            <a:r>
              <a:t/>
            </a:r>
            <a:endParaRPr sz="1400"/>
          </a:p>
        </p:txBody>
      </p:sp>
      <p:sp>
        <p:nvSpPr>
          <p:cNvPr id="1344" name="Google Shape;1344;g2a4b6e9a2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2a4ddfc3f56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2a4ddfc3f56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7" name="Google Shape;1357;g2a4ddfc3f56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2a4ddfc3f56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2a4ddfc3f56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en-US" sz="1400"/>
              <a:t>We chose AppDynamics because of its superiority in security and low overhead on its system. And most importantly it offers OnPrem solution.</a:t>
            </a:r>
            <a:endParaRPr sz="1400"/>
          </a:p>
          <a:p>
            <a:pPr indent="0" lvl="0" marL="0"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rPr lang="en-US" sz="1400"/>
              <a:t>We have controllers in production and lower environment. Both in US and Canada.</a:t>
            </a:r>
            <a:endParaRPr sz="1400"/>
          </a:p>
          <a:p>
            <a:pPr indent="0" lvl="0" marL="0"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rPr lang="en-US" sz="1400"/>
              <a:t>Some of the </a:t>
            </a:r>
            <a:r>
              <a:rPr lang="en-US" sz="1400"/>
              <a:t>applications we monitor are </a:t>
            </a:r>
            <a:r>
              <a:rPr lang="en-US" sz="1400"/>
              <a:t>Solumina, Team Center, Tidal, Kepware, and Autoair. </a:t>
            </a:r>
            <a:endParaRPr sz="1400"/>
          </a:p>
          <a:p>
            <a:pPr indent="0" lvl="0" marL="0"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rPr lang="en-US" sz="1400"/>
              <a:t>We have comprehensive visibility into application performance, infrastructure, databases, networks, and EUM is a new addition. Gaining insights to end-user experience in one . </a:t>
            </a:r>
            <a:endParaRPr sz="1400"/>
          </a:p>
          <a:p>
            <a:pPr indent="0" lvl="0" marL="0" rtl="0" algn="l">
              <a:lnSpc>
                <a:spcPct val="150000"/>
              </a:lnSpc>
              <a:spcBef>
                <a:spcPts val="0"/>
              </a:spcBef>
              <a:spcAft>
                <a:spcPts val="0"/>
              </a:spcAft>
              <a:buNone/>
            </a:pPr>
            <a:r>
              <a:t/>
            </a:r>
            <a:endParaRPr sz="1400"/>
          </a:p>
          <a:p>
            <a:pPr indent="0" lvl="0" marL="0" rtl="0" algn="l">
              <a:lnSpc>
                <a:spcPct val="150000"/>
              </a:lnSpc>
              <a:spcBef>
                <a:spcPts val="0"/>
              </a:spcBef>
              <a:spcAft>
                <a:spcPts val="0"/>
              </a:spcAft>
              <a:buNone/>
            </a:pPr>
            <a:r>
              <a:rPr lang="en-US" sz="1400"/>
              <a:t>Key use cases include detecting slow transactions, identifying sluggish query responses, and proactively notifying teams. AppDynamics also delivers trace-level insights and debugging information to help maintain optimal performance and quickly resolve issues.</a:t>
            </a:r>
            <a:endParaRPr sz="1400"/>
          </a:p>
        </p:txBody>
      </p:sp>
      <p:sp>
        <p:nvSpPr>
          <p:cNvPr id="1363" name="Google Shape;1363;g2a4ddfc3f56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a4ddfc3f5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2a4ddfc3f56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50000"/>
              </a:lnSpc>
              <a:spcBef>
                <a:spcPts val="1200"/>
              </a:spcBef>
              <a:spcAft>
                <a:spcPts val="0"/>
              </a:spcAft>
              <a:buNone/>
            </a:pPr>
            <a:r>
              <a:rPr lang="en-US" sz="1400"/>
              <a:t>Some of the achievements we made with the Solumina platform.</a:t>
            </a:r>
            <a:endParaRPr sz="1400"/>
          </a:p>
          <a:p>
            <a:pPr indent="0" lvl="0" marL="0" rtl="0" algn="l">
              <a:lnSpc>
                <a:spcPct val="150000"/>
              </a:lnSpc>
              <a:spcBef>
                <a:spcPts val="1200"/>
              </a:spcBef>
              <a:spcAft>
                <a:spcPts val="0"/>
              </a:spcAft>
              <a:buNone/>
            </a:pPr>
            <a:r>
              <a:t/>
            </a:r>
            <a:endParaRPr sz="1400"/>
          </a:p>
          <a:p>
            <a:pPr indent="0" lvl="0" marL="0" rtl="0" algn="l">
              <a:lnSpc>
                <a:spcPct val="150000"/>
              </a:lnSpc>
              <a:spcBef>
                <a:spcPts val="1200"/>
              </a:spcBef>
              <a:spcAft>
                <a:spcPts val="0"/>
              </a:spcAft>
              <a:buNone/>
            </a:pPr>
            <a:r>
              <a:rPr lang="en-US" sz="1400"/>
              <a:t>Improving full-stack application monitoring, reduce Mean Time to Identify/Resolve, and minimizing Root Cause Analysis (RCA) effort. </a:t>
            </a:r>
            <a:endParaRPr sz="1400"/>
          </a:p>
          <a:p>
            <a:pPr indent="0" lvl="0" marL="0" rtl="0" algn="l">
              <a:lnSpc>
                <a:spcPct val="150000"/>
              </a:lnSpc>
              <a:spcBef>
                <a:spcPts val="1200"/>
              </a:spcBef>
              <a:spcAft>
                <a:spcPts val="0"/>
              </a:spcAft>
              <a:buNone/>
            </a:pPr>
            <a:r>
              <a:t/>
            </a:r>
            <a:endParaRPr sz="1400"/>
          </a:p>
          <a:p>
            <a:pPr indent="0" lvl="0" marL="0" rtl="0" algn="l">
              <a:lnSpc>
                <a:spcPct val="150000"/>
              </a:lnSpc>
              <a:spcBef>
                <a:spcPts val="1200"/>
              </a:spcBef>
              <a:spcAft>
                <a:spcPts val="1200"/>
              </a:spcAft>
              <a:buNone/>
            </a:pPr>
            <a:r>
              <a:rPr lang="en-US" sz="1400"/>
              <a:t>Visibility into order management, SLAs, and key performance metrics while providing real-time, data-driven insights through dashboards. These capabilities drive improved end-user productivity and operational efficiency</a:t>
            </a:r>
            <a:r>
              <a:rPr lang="en-US" sz="1400"/>
              <a:t>.</a:t>
            </a:r>
            <a:endParaRPr sz="1400"/>
          </a:p>
        </p:txBody>
      </p:sp>
      <p:sp>
        <p:nvSpPr>
          <p:cNvPr id="1370" name="Google Shape;1370;g2a4ddfc3f56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323037950c3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1" name="Google Shape;1381;g323037950c3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400"/>
              <a:t>Streamlining transaction tracking and KPI dashboard creation saved Pratt and Whitney approximately 1,880 hours and $120.3K annually.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We automated these processes using AppDynamics. This provided real-time insights and operational efficiency.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The dashboards helped track business metrics, aiding the executive team in decision-making and supporting similar initiatives across other platforms.</a:t>
            </a:r>
            <a:endParaRPr sz="1400"/>
          </a:p>
        </p:txBody>
      </p:sp>
      <p:sp>
        <p:nvSpPr>
          <p:cNvPr id="1382" name="Google Shape;1382;g323037950c3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g32268d58d69_0_39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8" name="Google Shape;1388;g32268d58d69_0_39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9" name="Google Shape;1389;g32268d58d69_0_39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 name="Shape 12"/>
        <p:cNvGrpSpPr/>
        <p:nvPr/>
      </p:nvGrpSpPr>
      <p:grpSpPr>
        <a:xfrm>
          <a:off x="0" y="0"/>
          <a:ext cx="0" cy="0"/>
          <a:chOff x="0" y="0"/>
          <a:chExt cx="0" cy="0"/>
        </a:xfrm>
      </p:grpSpPr>
      <p:sp>
        <p:nvSpPr>
          <p:cNvPr id="13" name="Google Shape;13;p9"/>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4" name="Google Shape;14;p9"/>
          <p:cNvPicPr preferRelativeResize="0"/>
          <p:nvPr/>
        </p:nvPicPr>
        <p:blipFill rotWithShape="1">
          <a:blip r:embed="rId2">
            <a:alphaModFix/>
          </a:blip>
          <a:srcRect b="0" l="0" r="0" t="0"/>
          <a:stretch/>
        </p:blipFill>
        <p:spPr>
          <a:xfrm>
            <a:off x="230668" y="342900"/>
            <a:ext cx="1381538" cy="439580"/>
          </a:xfrm>
          <a:prstGeom prst="rect">
            <a:avLst/>
          </a:prstGeom>
          <a:noFill/>
          <a:ln>
            <a:noFill/>
          </a:ln>
        </p:spPr>
      </p:pic>
      <p:sp>
        <p:nvSpPr>
          <p:cNvPr id="15" name="Google Shape;15;p9"/>
          <p:cNvSpPr txBox="1"/>
          <p:nvPr>
            <p:ph type="title"/>
          </p:nvPr>
        </p:nvSpPr>
        <p:spPr>
          <a:xfrm>
            <a:off x="230668" y="3027680"/>
            <a:ext cx="10599892" cy="309131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6400"/>
              <a:buFont typeface="Arial"/>
              <a:buNone/>
              <a:defRPr sz="6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9"/>
          <p:cNvSpPr txBox="1"/>
          <p:nvPr>
            <p:ph idx="1" type="body"/>
          </p:nvPr>
        </p:nvSpPr>
        <p:spPr>
          <a:xfrm>
            <a:off x="8392162" y="378737"/>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 name="Google Shape;17;p9"/>
          <p:cNvSpPr txBox="1"/>
          <p:nvPr>
            <p:ph idx="2" type="body"/>
          </p:nvPr>
        </p:nvSpPr>
        <p:spPr>
          <a:xfrm>
            <a:off x="8392161" y="949808"/>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 name="Google Shape;18;p9"/>
          <p:cNvSpPr txBox="1"/>
          <p:nvPr>
            <p:ph idx="3" type="body"/>
          </p:nvPr>
        </p:nvSpPr>
        <p:spPr>
          <a:xfrm>
            <a:off x="232736" y="6260568"/>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9" name="Shape 19"/>
        <p:cNvGrpSpPr/>
        <p:nvPr/>
      </p:nvGrpSpPr>
      <p:grpSpPr>
        <a:xfrm>
          <a:off x="0" y="0"/>
          <a:ext cx="0" cy="0"/>
          <a:chOff x="0" y="0"/>
          <a:chExt cx="0" cy="0"/>
        </a:xfrm>
      </p:grpSpPr>
      <p:sp>
        <p:nvSpPr>
          <p:cNvPr id="20" name="Google Shape;20;p14"/>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1" name="Google Shape;21;p14"/>
          <p:cNvPicPr preferRelativeResize="0"/>
          <p:nvPr/>
        </p:nvPicPr>
        <p:blipFill rotWithShape="1">
          <a:blip r:embed="rId2">
            <a:alphaModFix/>
          </a:blip>
          <a:srcRect b="0" l="0" r="0" t="0"/>
          <a:stretch/>
        </p:blipFill>
        <p:spPr>
          <a:xfrm>
            <a:off x="230668" y="342900"/>
            <a:ext cx="1381538" cy="439580"/>
          </a:xfrm>
          <a:prstGeom prst="rect">
            <a:avLst/>
          </a:prstGeom>
          <a:noFill/>
          <a:ln>
            <a:noFill/>
          </a:ln>
        </p:spPr>
      </p:pic>
      <p:sp>
        <p:nvSpPr>
          <p:cNvPr id="22" name="Google Shape;22;p14"/>
          <p:cNvSpPr txBox="1"/>
          <p:nvPr>
            <p:ph idx="1" type="body"/>
          </p:nvPr>
        </p:nvSpPr>
        <p:spPr>
          <a:xfrm>
            <a:off x="233680" y="6361669"/>
            <a:ext cx="2616994" cy="17408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3" name="Google Shape;23;p14"/>
          <p:cNvSpPr txBox="1"/>
          <p:nvPr>
            <p:ph type="title"/>
          </p:nvPr>
        </p:nvSpPr>
        <p:spPr>
          <a:xfrm>
            <a:off x="230668" y="3027681"/>
            <a:ext cx="7755092" cy="300641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7200"/>
              <a:buFont typeface="Arial"/>
              <a:buNone/>
              <a:defRPr sz="7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Red">
  <p:cSld name="Title Slide - Red">
    <p:spTree>
      <p:nvGrpSpPr>
        <p:cNvPr id="24" name="Shape 24"/>
        <p:cNvGrpSpPr/>
        <p:nvPr/>
      </p:nvGrpSpPr>
      <p:grpSpPr>
        <a:xfrm>
          <a:off x="0" y="0"/>
          <a:ext cx="0" cy="0"/>
          <a:chOff x="0" y="0"/>
          <a:chExt cx="0" cy="0"/>
        </a:xfrm>
      </p:grpSpPr>
      <p:sp>
        <p:nvSpPr>
          <p:cNvPr id="25" name="Google Shape;25;p15"/>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6" name="Google Shape;26;p15"/>
          <p:cNvPicPr preferRelativeResize="0"/>
          <p:nvPr/>
        </p:nvPicPr>
        <p:blipFill rotWithShape="1">
          <a:blip r:embed="rId2">
            <a:alphaModFix/>
          </a:blip>
          <a:srcRect b="0" l="0" r="0" t="0"/>
          <a:stretch/>
        </p:blipFill>
        <p:spPr>
          <a:xfrm>
            <a:off x="232736" y="378007"/>
            <a:ext cx="1381537" cy="439580"/>
          </a:xfrm>
          <a:prstGeom prst="rect">
            <a:avLst/>
          </a:prstGeom>
          <a:noFill/>
          <a:ln>
            <a:noFill/>
          </a:ln>
        </p:spPr>
      </p:pic>
      <p:sp>
        <p:nvSpPr>
          <p:cNvPr id="27" name="Google Shape;27;p15"/>
          <p:cNvSpPr txBox="1"/>
          <p:nvPr>
            <p:ph type="title"/>
          </p:nvPr>
        </p:nvSpPr>
        <p:spPr>
          <a:xfrm>
            <a:off x="232736" y="3027680"/>
            <a:ext cx="10597824" cy="309131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400"/>
              <a:buFont typeface="Arial"/>
              <a:buNone/>
              <a:defRPr sz="6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5"/>
          <p:cNvSpPr txBox="1"/>
          <p:nvPr>
            <p:ph idx="1" type="body"/>
          </p:nvPr>
        </p:nvSpPr>
        <p:spPr>
          <a:xfrm>
            <a:off x="8392162" y="378737"/>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9" name="Google Shape;29;p15"/>
          <p:cNvSpPr txBox="1"/>
          <p:nvPr>
            <p:ph idx="2" type="body"/>
          </p:nvPr>
        </p:nvSpPr>
        <p:spPr>
          <a:xfrm>
            <a:off x="8392161" y="949808"/>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0" name="Google Shape;30;p15"/>
          <p:cNvSpPr txBox="1"/>
          <p:nvPr>
            <p:ph idx="3" type="body"/>
          </p:nvPr>
        </p:nvSpPr>
        <p:spPr>
          <a:xfrm>
            <a:off x="232736" y="6260568"/>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pruce">
  <p:cSld name="Title Slide - Spruce">
    <p:spTree>
      <p:nvGrpSpPr>
        <p:cNvPr id="31" name="Shape 31"/>
        <p:cNvGrpSpPr/>
        <p:nvPr/>
      </p:nvGrpSpPr>
      <p:grpSpPr>
        <a:xfrm>
          <a:off x="0" y="0"/>
          <a:ext cx="0" cy="0"/>
          <a:chOff x="0" y="0"/>
          <a:chExt cx="0" cy="0"/>
        </a:xfrm>
      </p:grpSpPr>
      <p:sp>
        <p:nvSpPr>
          <p:cNvPr id="32" name="Google Shape;32;p16"/>
          <p:cNvSpPr/>
          <p:nvPr/>
        </p:nvSpPr>
        <p:spPr>
          <a:xfrm>
            <a:off x="0" y="0"/>
            <a:ext cx="1219200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33" name="Google Shape;33;p16"/>
          <p:cNvPicPr preferRelativeResize="0"/>
          <p:nvPr/>
        </p:nvPicPr>
        <p:blipFill rotWithShape="1">
          <a:blip r:embed="rId2">
            <a:alphaModFix/>
          </a:blip>
          <a:srcRect b="0" l="0" r="0" t="0"/>
          <a:stretch/>
        </p:blipFill>
        <p:spPr>
          <a:xfrm>
            <a:off x="232736" y="378007"/>
            <a:ext cx="1381537" cy="439580"/>
          </a:xfrm>
          <a:prstGeom prst="rect">
            <a:avLst/>
          </a:prstGeom>
          <a:noFill/>
          <a:ln>
            <a:noFill/>
          </a:ln>
        </p:spPr>
      </p:pic>
      <p:sp>
        <p:nvSpPr>
          <p:cNvPr id="34" name="Google Shape;34;p16"/>
          <p:cNvSpPr txBox="1"/>
          <p:nvPr>
            <p:ph type="title"/>
          </p:nvPr>
        </p:nvSpPr>
        <p:spPr>
          <a:xfrm>
            <a:off x="232736" y="3027680"/>
            <a:ext cx="10597824" cy="309131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400"/>
              <a:buFont typeface="Arial"/>
              <a:buNone/>
              <a:defRPr sz="6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8392162" y="378737"/>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6" name="Google Shape;36;p16"/>
          <p:cNvSpPr txBox="1"/>
          <p:nvPr>
            <p:ph idx="2" type="body"/>
          </p:nvPr>
        </p:nvSpPr>
        <p:spPr>
          <a:xfrm>
            <a:off x="8392161" y="949808"/>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7" name="Google Shape;37;p16"/>
          <p:cNvSpPr txBox="1"/>
          <p:nvPr>
            <p:ph idx="3" type="body"/>
          </p:nvPr>
        </p:nvSpPr>
        <p:spPr>
          <a:xfrm>
            <a:off x="232736" y="6260568"/>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tone">
  <p:cSld name="Title Slide - Stone">
    <p:spTree>
      <p:nvGrpSpPr>
        <p:cNvPr id="38" name="Shape 38"/>
        <p:cNvGrpSpPr/>
        <p:nvPr/>
      </p:nvGrpSpPr>
      <p:grpSpPr>
        <a:xfrm>
          <a:off x="0" y="0"/>
          <a:ext cx="0" cy="0"/>
          <a:chOff x="0" y="0"/>
          <a:chExt cx="0" cy="0"/>
        </a:xfrm>
      </p:grpSpPr>
      <p:sp>
        <p:nvSpPr>
          <p:cNvPr id="39" name="Google Shape;39;p17"/>
          <p:cNvSpPr/>
          <p:nvPr/>
        </p:nvSpPr>
        <p:spPr>
          <a:xfrm>
            <a:off x="0" y="0"/>
            <a:ext cx="12192000" cy="68580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0" name="Google Shape;40;p17"/>
          <p:cNvPicPr preferRelativeResize="0"/>
          <p:nvPr/>
        </p:nvPicPr>
        <p:blipFill rotWithShape="1">
          <a:blip r:embed="rId2">
            <a:alphaModFix/>
          </a:blip>
          <a:srcRect b="0" l="0" r="0" t="0"/>
          <a:stretch/>
        </p:blipFill>
        <p:spPr>
          <a:xfrm>
            <a:off x="232736" y="378007"/>
            <a:ext cx="1381537" cy="439580"/>
          </a:xfrm>
          <a:prstGeom prst="rect">
            <a:avLst/>
          </a:prstGeom>
          <a:noFill/>
          <a:ln>
            <a:noFill/>
          </a:ln>
        </p:spPr>
      </p:pic>
      <p:sp>
        <p:nvSpPr>
          <p:cNvPr id="41" name="Google Shape;41;p17"/>
          <p:cNvSpPr txBox="1"/>
          <p:nvPr>
            <p:ph type="title"/>
          </p:nvPr>
        </p:nvSpPr>
        <p:spPr>
          <a:xfrm>
            <a:off x="232736" y="3027680"/>
            <a:ext cx="10597824" cy="309131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400"/>
              <a:buFont typeface="Arial"/>
              <a:buNone/>
              <a:defRPr sz="6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8392162" y="378737"/>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17"/>
          <p:cNvSpPr txBox="1"/>
          <p:nvPr>
            <p:ph idx="2" type="body"/>
          </p:nvPr>
        </p:nvSpPr>
        <p:spPr>
          <a:xfrm>
            <a:off x="8392161" y="949808"/>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4" name="Google Shape;44;p17"/>
          <p:cNvSpPr txBox="1"/>
          <p:nvPr>
            <p:ph idx="3" type="body"/>
          </p:nvPr>
        </p:nvSpPr>
        <p:spPr>
          <a:xfrm>
            <a:off x="232736" y="6260568"/>
            <a:ext cx="3399432" cy="4388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 Cloud">
  <p:cSld name="Title Slide 2 - Cloud">
    <p:spTree>
      <p:nvGrpSpPr>
        <p:cNvPr id="45" name="Shape 45"/>
        <p:cNvGrpSpPr/>
        <p:nvPr/>
      </p:nvGrpSpPr>
      <p:grpSpPr>
        <a:xfrm>
          <a:off x="0" y="0"/>
          <a:ext cx="0" cy="0"/>
          <a:chOff x="0" y="0"/>
          <a:chExt cx="0" cy="0"/>
        </a:xfrm>
      </p:grpSpPr>
      <p:sp>
        <p:nvSpPr>
          <p:cNvPr id="46" name="Google Shape;46;p18"/>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7" name="Google Shape;47;p18"/>
          <p:cNvPicPr preferRelativeResize="0"/>
          <p:nvPr/>
        </p:nvPicPr>
        <p:blipFill rotWithShape="1">
          <a:blip r:embed="rId2">
            <a:alphaModFix/>
          </a:blip>
          <a:srcRect b="0" l="0" r="0" t="0"/>
          <a:stretch/>
        </p:blipFill>
        <p:spPr>
          <a:xfrm>
            <a:off x="230668" y="342900"/>
            <a:ext cx="1381538" cy="439580"/>
          </a:xfrm>
          <a:prstGeom prst="rect">
            <a:avLst/>
          </a:prstGeom>
          <a:noFill/>
          <a:ln>
            <a:noFill/>
          </a:ln>
        </p:spPr>
      </p:pic>
      <p:sp>
        <p:nvSpPr>
          <p:cNvPr id="48" name="Google Shape;48;p18"/>
          <p:cNvSpPr txBox="1"/>
          <p:nvPr>
            <p:ph idx="1" type="body"/>
          </p:nvPr>
        </p:nvSpPr>
        <p:spPr>
          <a:xfrm>
            <a:off x="233680" y="6361668"/>
            <a:ext cx="2585720" cy="194579"/>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9" name="Google Shape;49;p18"/>
          <p:cNvSpPr txBox="1"/>
          <p:nvPr>
            <p:ph idx="2" type="body"/>
          </p:nvPr>
        </p:nvSpPr>
        <p:spPr>
          <a:xfrm>
            <a:off x="234975" y="5602715"/>
            <a:ext cx="5632426" cy="457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50" name="Google Shape;50;p18"/>
          <p:cNvPicPr preferRelativeResize="0"/>
          <p:nvPr/>
        </p:nvPicPr>
        <p:blipFill rotWithShape="1">
          <a:blip r:embed="rId3">
            <a:alphaModFix/>
          </a:blip>
          <a:srcRect b="0" l="0" r="59504" t="0"/>
          <a:stretch/>
        </p:blipFill>
        <p:spPr>
          <a:xfrm>
            <a:off x="7223861" y="0"/>
            <a:ext cx="4968139" cy="6858000"/>
          </a:xfrm>
          <a:prstGeom prst="rect">
            <a:avLst/>
          </a:prstGeom>
          <a:noFill/>
          <a:ln>
            <a:noFill/>
          </a:ln>
        </p:spPr>
      </p:pic>
      <p:sp>
        <p:nvSpPr>
          <p:cNvPr id="51" name="Google Shape;51;p18"/>
          <p:cNvSpPr txBox="1"/>
          <p:nvPr>
            <p:ph type="title"/>
          </p:nvPr>
        </p:nvSpPr>
        <p:spPr>
          <a:xfrm>
            <a:off x="232736" y="1535828"/>
            <a:ext cx="6554144" cy="375297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5000"/>
              <a:buFont typeface="Arial"/>
              <a:buNone/>
              <a:defRPr sz="50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52" name="Google Shape;52;p18"/>
          <p:cNvCxnSpPr/>
          <p:nvPr/>
        </p:nvCxnSpPr>
        <p:spPr>
          <a:xfrm>
            <a:off x="232736" y="5445760"/>
            <a:ext cx="6554144"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 Red">
  <p:cSld name="Title Slide 2 - Red">
    <p:spTree>
      <p:nvGrpSpPr>
        <p:cNvPr id="53" name="Shape 53"/>
        <p:cNvGrpSpPr/>
        <p:nvPr/>
      </p:nvGrpSpPr>
      <p:grpSpPr>
        <a:xfrm>
          <a:off x="0" y="0"/>
          <a:ext cx="0" cy="0"/>
          <a:chOff x="0" y="0"/>
          <a:chExt cx="0" cy="0"/>
        </a:xfrm>
      </p:grpSpPr>
      <p:sp>
        <p:nvSpPr>
          <p:cNvPr id="54" name="Google Shape;54;p19"/>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5" name="Google Shape;55;p19"/>
          <p:cNvSpPr txBox="1"/>
          <p:nvPr>
            <p:ph idx="1" type="body"/>
          </p:nvPr>
        </p:nvSpPr>
        <p:spPr>
          <a:xfrm>
            <a:off x="233680" y="6361668"/>
            <a:ext cx="2585720" cy="194579"/>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6" name="Google Shape;56;p19"/>
          <p:cNvSpPr txBox="1"/>
          <p:nvPr>
            <p:ph idx="2" type="body"/>
          </p:nvPr>
        </p:nvSpPr>
        <p:spPr>
          <a:xfrm>
            <a:off x="234975" y="5602715"/>
            <a:ext cx="5632426" cy="457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57" name="Google Shape;57;p19"/>
          <p:cNvPicPr preferRelativeResize="0"/>
          <p:nvPr/>
        </p:nvPicPr>
        <p:blipFill rotWithShape="1">
          <a:blip r:embed="rId2">
            <a:alphaModFix/>
          </a:blip>
          <a:srcRect b="0" l="0" r="0" t="0"/>
          <a:stretch/>
        </p:blipFill>
        <p:spPr>
          <a:xfrm>
            <a:off x="232736" y="342900"/>
            <a:ext cx="1381537" cy="439580"/>
          </a:xfrm>
          <a:prstGeom prst="rect">
            <a:avLst/>
          </a:prstGeom>
          <a:noFill/>
          <a:ln>
            <a:noFill/>
          </a:ln>
        </p:spPr>
      </p:pic>
      <p:pic>
        <p:nvPicPr>
          <p:cNvPr id="58" name="Google Shape;58;p19"/>
          <p:cNvPicPr preferRelativeResize="0"/>
          <p:nvPr/>
        </p:nvPicPr>
        <p:blipFill rotWithShape="1">
          <a:blip r:embed="rId3">
            <a:alphaModFix/>
          </a:blip>
          <a:srcRect b="0" l="0" r="59504" t="0"/>
          <a:stretch/>
        </p:blipFill>
        <p:spPr>
          <a:xfrm>
            <a:off x="7223861" y="0"/>
            <a:ext cx="4968139" cy="6858000"/>
          </a:xfrm>
          <a:prstGeom prst="rect">
            <a:avLst/>
          </a:prstGeom>
          <a:noFill/>
          <a:ln>
            <a:noFill/>
          </a:ln>
        </p:spPr>
      </p:pic>
      <p:sp>
        <p:nvSpPr>
          <p:cNvPr id="59" name="Google Shape;59;p19"/>
          <p:cNvSpPr txBox="1"/>
          <p:nvPr>
            <p:ph type="title"/>
          </p:nvPr>
        </p:nvSpPr>
        <p:spPr>
          <a:xfrm>
            <a:off x="232736" y="1535828"/>
            <a:ext cx="6554144" cy="375297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60" name="Google Shape;60;p19"/>
          <p:cNvCxnSpPr/>
          <p:nvPr/>
        </p:nvCxnSpPr>
        <p:spPr>
          <a:xfrm>
            <a:off x="232736" y="5445760"/>
            <a:ext cx="6554144"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 Spruce">
  <p:cSld name="Title Slide 2 - Spruce">
    <p:spTree>
      <p:nvGrpSpPr>
        <p:cNvPr id="61" name="Shape 61"/>
        <p:cNvGrpSpPr/>
        <p:nvPr/>
      </p:nvGrpSpPr>
      <p:grpSpPr>
        <a:xfrm>
          <a:off x="0" y="0"/>
          <a:ext cx="0" cy="0"/>
          <a:chOff x="0" y="0"/>
          <a:chExt cx="0" cy="0"/>
        </a:xfrm>
      </p:grpSpPr>
      <p:sp>
        <p:nvSpPr>
          <p:cNvPr id="62" name="Google Shape;62;p20"/>
          <p:cNvSpPr/>
          <p:nvPr/>
        </p:nvSpPr>
        <p:spPr>
          <a:xfrm>
            <a:off x="0" y="0"/>
            <a:ext cx="1219200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 name="Google Shape;63;p20"/>
          <p:cNvSpPr txBox="1"/>
          <p:nvPr>
            <p:ph idx="1" type="body"/>
          </p:nvPr>
        </p:nvSpPr>
        <p:spPr>
          <a:xfrm>
            <a:off x="233680" y="6361668"/>
            <a:ext cx="2585720" cy="194579"/>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4" name="Google Shape;64;p20"/>
          <p:cNvSpPr txBox="1"/>
          <p:nvPr>
            <p:ph idx="2" type="body"/>
          </p:nvPr>
        </p:nvSpPr>
        <p:spPr>
          <a:xfrm>
            <a:off x="234975" y="5602715"/>
            <a:ext cx="5632426" cy="457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65" name="Google Shape;65;p20"/>
          <p:cNvPicPr preferRelativeResize="0"/>
          <p:nvPr/>
        </p:nvPicPr>
        <p:blipFill rotWithShape="1">
          <a:blip r:embed="rId2">
            <a:alphaModFix/>
          </a:blip>
          <a:srcRect b="0" l="0" r="0" t="0"/>
          <a:stretch/>
        </p:blipFill>
        <p:spPr>
          <a:xfrm>
            <a:off x="232736" y="342900"/>
            <a:ext cx="1381537" cy="439580"/>
          </a:xfrm>
          <a:prstGeom prst="rect">
            <a:avLst/>
          </a:prstGeom>
          <a:noFill/>
          <a:ln>
            <a:noFill/>
          </a:ln>
        </p:spPr>
      </p:pic>
      <p:pic>
        <p:nvPicPr>
          <p:cNvPr id="66" name="Google Shape;66;p20"/>
          <p:cNvPicPr preferRelativeResize="0"/>
          <p:nvPr/>
        </p:nvPicPr>
        <p:blipFill rotWithShape="1">
          <a:blip r:embed="rId3">
            <a:alphaModFix/>
          </a:blip>
          <a:srcRect b="0" l="0" r="59504" t="0"/>
          <a:stretch/>
        </p:blipFill>
        <p:spPr>
          <a:xfrm>
            <a:off x="7223861" y="0"/>
            <a:ext cx="4968139" cy="6858000"/>
          </a:xfrm>
          <a:prstGeom prst="rect">
            <a:avLst/>
          </a:prstGeom>
          <a:noFill/>
          <a:ln>
            <a:noFill/>
          </a:ln>
        </p:spPr>
      </p:pic>
      <p:sp>
        <p:nvSpPr>
          <p:cNvPr id="67" name="Google Shape;67;p20"/>
          <p:cNvSpPr txBox="1"/>
          <p:nvPr>
            <p:ph type="title"/>
          </p:nvPr>
        </p:nvSpPr>
        <p:spPr>
          <a:xfrm>
            <a:off x="232736" y="1535828"/>
            <a:ext cx="6554144" cy="375297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68" name="Google Shape;68;p20"/>
          <p:cNvCxnSpPr/>
          <p:nvPr/>
        </p:nvCxnSpPr>
        <p:spPr>
          <a:xfrm>
            <a:off x="232736" y="5445760"/>
            <a:ext cx="6554144"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 Stone">
  <p:cSld name="Title Slide 2 - Stone">
    <p:spTree>
      <p:nvGrpSpPr>
        <p:cNvPr id="69" name="Shape 69"/>
        <p:cNvGrpSpPr/>
        <p:nvPr/>
      </p:nvGrpSpPr>
      <p:grpSpPr>
        <a:xfrm>
          <a:off x="0" y="0"/>
          <a:ext cx="0" cy="0"/>
          <a:chOff x="0" y="0"/>
          <a:chExt cx="0" cy="0"/>
        </a:xfrm>
      </p:grpSpPr>
      <p:sp>
        <p:nvSpPr>
          <p:cNvPr id="70" name="Google Shape;70;p21"/>
          <p:cNvSpPr/>
          <p:nvPr/>
        </p:nvSpPr>
        <p:spPr>
          <a:xfrm>
            <a:off x="0" y="0"/>
            <a:ext cx="12192000" cy="68580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1" name="Google Shape;71;p21"/>
          <p:cNvSpPr txBox="1"/>
          <p:nvPr>
            <p:ph idx="1" type="body"/>
          </p:nvPr>
        </p:nvSpPr>
        <p:spPr>
          <a:xfrm>
            <a:off x="233680" y="6361668"/>
            <a:ext cx="2585720" cy="194579"/>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2" name="Google Shape;72;p21"/>
          <p:cNvSpPr txBox="1"/>
          <p:nvPr>
            <p:ph idx="2" type="body"/>
          </p:nvPr>
        </p:nvSpPr>
        <p:spPr>
          <a:xfrm>
            <a:off x="234975" y="5602715"/>
            <a:ext cx="5632426" cy="457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73" name="Google Shape;73;p21"/>
          <p:cNvPicPr preferRelativeResize="0"/>
          <p:nvPr/>
        </p:nvPicPr>
        <p:blipFill rotWithShape="1">
          <a:blip r:embed="rId2">
            <a:alphaModFix/>
          </a:blip>
          <a:srcRect b="0" l="0" r="0" t="0"/>
          <a:stretch/>
        </p:blipFill>
        <p:spPr>
          <a:xfrm>
            <a:off x="232736" y="342900"/>
            <a:ext cx="1381537" cy="439580"/>
          </a:xfrm>
          <a:prstGeom prst="rect">
            <a:avLst/>
          </a:prstGeom>
          <a:noFill/>
          <a:ln>
            <a:noFill/>
          </a:ln>
        </p:spPr>
      </p:pic>
      <p:pic>
        <p:nvPicPr>
          <p:cNvPr id="74" name="Google Shape;74;p21"/>
          <p:cNvPicPr preferRelativeResize="0"/>
          <p:nvPr/>
        </p:nvPicPr>
        <p:blipFill rotWithShape="1">
          <a:blip r:embed="rId3">
            <a:alphaModFix/>
          </a:blip>
          <a:srcRect b="0" l="0" r="59504" t="0"/>
          <a:stretch/>
        </p:blipFill>
        <p:spPr>
          <a:xfrm>
            <a:off x="7223861" y="0"/>
            <a:ext cx="4968139" cy="6858000"/>
          </a:xfrm>
          <a:prstGeom prst="rect">
            <a:avLst/>
          </a:prstGeom>
          <a:noFill/>
          <a:ln>
            <a:noFill/>
          </a:ln>
        </p:spPr>
      </p:pic>
      <p:sp>
        <p:nvSpPr>
          <p:cNvPr id="75" name="Google Shape;75;p21"/>
          <p:cNvSpPr txBox="1"/>
          <p:nvPr>
            <p:ph type="title"/>
          </p:nvPr>
        </p:nvSpPr>
        <p:spPr>
          <a:xfrm>
            <a:off x="232736" y="1535828"/>
            <a:ext cx="6554144" cy="375297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76" name="Google Shape;76;p21"/>
          <p:cNvCxnSpPr/>
          <p:nvPr/>
        </p:nvCxnSpPr>
        <p:spPr>
          <a:xfrm>
            <a:off x="232736" y="5445760"/>
            <a:ext cx="6554144"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Red">
  <p:cSld name="Section Header - Red">
    <p:spTree>
      <p:nvGrpSpPr>
        <p:cNvPr id="77" name="Shape 77"/>
        <p:cNvGrpSpPr/>
        <p:nvPr/>
      </p:nvGrpSpPr>
      <p:grpSpPr>
        <a:xfrm>
          <a:off x="0" y="0"/>
          <a:ext cx="0" cy="0"/>
          <a:chOff x="0" y="0"/>
          <a:chExt cx="0" cy="0"/>
        </a:xfrm>
      </p:grpSpPr>
      <p:sp>
        <p:nvSpPr>
          <p:cNvPr id="78" name="Google Shape;78;p22"/>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9" name="Google Shape;79;p22"/>
          <p:cNvSpPr txBox="1"/>
          <p:nvPr>
            <p:ph idx="1" type="body"/>
          </p:nvPr>
        </p:nvSpPr>
        <p:spPr>
          <a:xfrm>
            <a:off x="233680" y="6361669"/>
            <a:ext cx="2616994" cy="17408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80" name="Google Shape;80;p22"/>
          <p:cNvPicPr preferRelativeResize="0"/>
          <p:nvPr/>
        </p:nvPicPr>
        <p:blipFill rotWithShape="1">
          <a:blip r:embed="rId2">
            <a:alphaModFix/>
          </a:blip>
          <a:srcRect b="0" l="0" r="0" t="0"/>
          <a:stretch/>
        </p:blipFill>
        <p:spPr>
          <a:xfrm>
            <a:off x="230668" y="342900"/>
            <a:ext cx="1381539" cy="439580"/>
          </a:xfrm>
          <a:prstGeom prst="rect">
            <a:avLst/>
          </a:prstGeom>
          <a:noFill/>
          <a:ln>
            <a:noFill/>
          </a:ln>
        </p:spPr>
      </p:pic>
      <p:sp>
        <p:nvSpPr>
          <p:cNvPr id="81" name="Google Shape;81;p22"/>
          <p:cNvSpPr txBox="1"/>
          <p:nvPr>
            <p:ph type="title"/>
          </p:nvPr>
        </p:nvSpPr>
        <p:spPr>
          <a:xfrm>
            <a:off x="230668" y="3027681"/>
            <a:ext cx="7755092" cy="300641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7200"/>
              <a:buFont typeface="Arial"/>
              <a:buNone/>
              <a:defRPr sz="7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Spruce">
  <p:cSld name="Section Header - Spruce">
    <p:spTree>
      <p:nvGrpSpPr>
        <p:cNvPr id="82" name="Shape 82"/>
        <p:cNvGrpSpPr/>
        <p:nvPr/>
      </p:nvGrpSpPr>
      <p:grpSpPr>
        <a:xfrm>
          <a:off x="0" y="0"/>
          <a:ext cx="0" cy="0"/>
          <a:chOff x="0" y="0"/>
          <a:chExt cx="0" cy="0"/>
        </a:xfrm>
      </p:grpSpPr>
      <p:sp>
        <p:nvSpPr>
          <p:cNvPr id="83" name="Google Shape;83;p23"/>
          <p:cNvSpPr/>
          <p:nvPr/>
        </p:nvSpPr>
        <p:spPr>
          <a:xfrm>
            <a:off x="0" y="0"/>
            <a:ext cx="1219200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 name="Google Shape;84;p23"/>
          <p:cNvSpPr txBox="1"/>
          <p:nvPr>
            <p:ph idx="1" type="body"/>
          </p:nvPr>
        </p:nvSpPr>
        <p:spPr>
          <a:xfrm>
            <a:off x="233680" y="6361669"/>
            <a:ext cx="2616994" cy="17408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85" name="Google Shape;85;p23"/>
          <p:cNvPicPr preferRelativeResize="0"/>
          <p:nvPr/>
        </p:nvPicPr>
        <p:blipFill rotWithShape="1">
          <a:blip r:embed="rId2">
            <a:alphaModFix/>
          </a:blip>
          <a:srcRect b="0" l="0" r="0" t="0"/>
          <a:stretch/>
        </p:blipFill>
        <p:spPr>
          <a:xfrm>
            <a:off x="230668" y="342900"/>
            <a:ext cx="1381539" cy="439580"/>
          </a:xfrm>
          <a:prstGeom prst="rect">
            <a:avLst/>
          </a:prstGeom>
          <a:noFill/>
          <a:ln>
            <a:noFill/>
          </a:ln>
        </p:spPr>
      </p:pic>
      <p:sp>
        <p:nvSpPr>
          <p:cNvPr id="86" name="Google Shape;86;p23"/>
          <p:cNvSpPr txBox="1"/>
          <p:nvPr>
            <p:ph type="title"/>
          </p:nvPr>
        </p:nvSpPr>
        <p:spPr>
          <a:xfrm>
            <a:off x="230668" y="3027681"/>
            <a:ext cx="7755092" cy="300641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7200"/>
              <a:buFont typeface="Arial"/>
              <a:buNone/>
              <a:defRPr sz="7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Stone">
  <p:cSld name="Section Header - Stone">
    <p:spTree>
      <p:nvGrpSpPr>
        <p:cNvPr id="87" name="Shape 87"/>
        <p:cNvGrpSpPr/>
        <p:nvPr/>
      </p:nvGrpSpPr>
      <p:grpSpPr>
        <a:xfrm>
          <a:off x="0" y="0"/>
          <a:ext cx="0" cy="0"/>
          <a:chOff x="0" y="0"/>
          <a:chExt cx="0" cy="0"/>
        </a:xfrm>
      </p:grpSpPr>
      <p:sp>
        <p:nvSpPr>
          <p:cNvPr id="88" name="Google Shape;88;p24"/>
          <p:cNvSpPr/>
          <p:nvPr/>
        </p:nvSpPr>
        <p:spPr>
          <a:xfrm>
            <a:off x="0" y="0"/>
            <a:ext cx="12192000" cy="68580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 name="Google Shape;89;p24"/>
          <p:cNvSpPr txBox="1"/>
          <p:nvPr>
            <p:ph idx="1" type="body"/>
          </p:nvPr>
        </p:nvSpPr>
        <p:spPr>
          <a:xfrm>
            <a:off x="233680" y="6361669"/>
            <a:ext cx="2616994" cy="17408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90" name="Google Shape;90;p24"/>
          <p:cNvPicPr preferRelativeResize="0"/>
          <p:nvPr/>
        </p:nvPicPr>
        <p:blipFill rotWithShape="1">
          <a:blip r:embed="rId2">
            <a:alphaModFix/>
          </a:blip>
          <a:srcRect b="0" l="0" r="0" t="0"/>
          <a:stretch/>
        </p:blipFill>
        <p:spPr>
          <a:xfrm>
            <a:off x="230668" y="342900"/>
            <a:ext cx="1381539" cy="439580"/>
          </a:xfrm>
          <a:prstGeom prst="rect">
            <a:avLst/>
          </a:prstGeom>
          <a:noFill/>
          <a:ln>
            <a:noFill/>
          </a:ln>
        </p:spPr>
      </p:pic>
      <p:sp>
        <p:nvSpPr>
          <p:cNvPr id="91" name="Google Shape;91;p24"/>
          <p:cNvSpPr txBox="1"/>
          <p:nvPr>
            <p:ph type="title"/>
          </p:nvPr>
        </p:nvSpPr>
        <p:spPr>
          <a:xfrm>
            <a:off x="230668" y="3027681"/>
            <a:ext cx="7755092" cy="300641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7200"/>
              <a:buFont typeface="Arial"/>
              <a:buNone/>
              <a:defRPr sz="7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 Cloud">
  <p:cSld name="Chapter Title - Cloud">
    <p:spTree>
      <p:nvGrpSpPr>
        <p:cNvPr id="92" name="Shape 92"/>
        <p:cNvGrpSpPr/>
        <p:nvPr/>
      </p:nvGrpSpPr>
      <p:grpSpPr>
        <a:xfrm>
          <a:off x="0" y="0"/>
          <a:ext cx="0" cy="0"/>
          <a:chOff x="0" y="0"/>
          <a:chExt cx="0" cy="0"/>
        </a:xfrm>
      </p:grpSpPr>
      <p:sp>
        <p:nvSpPr>
          <p:cNvPr id="93" name="Google Shape;93;p25"/>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94" name="Google Shape;94;p25"/>
          <p:cNvCxnSpPr/>
          <p:nvPr/>
        </p:nvCxnSpPr>
        <p:spPr>
          <a:xfrm>
            <a:off x="2632982" y="3538847"/>
            <a:ext cx="0" cy="2159830"/>
          </a:xfrm>
          <a:prstGeom prst="straightConnector1">
            <a:avLst/>
          </a:prstGeom>
          <a:noFill/>
          <a:ln cap="flat" cmpd="sng" w="19050">
            <a:solidFill>
              <a:schemeClr val="accent1"/>
            </a:solidFill>
            <a:prstDash val="solid"/>
            <a:miter lim="800000"/>
            <a:headEnd len="sm" w="sm" type="none"/>
            <a:tailEnd len="sm" w="sm" type="none"/>
          </a:ln>
        </p:spPr>
      </p:cxnSp>
      <p:pic>
        <p:nvPicPr>
          <p:cNvPr id="95" name="Google Shape;95;p25"/>
          <p:cNvPicPr preferRelativeResize="0"/>
          <p:nvPr/>
        </p:nvPicPr>
        <p:blipFill rotWithShape="1">
          <a:blip r:embed="rId2">
            <a:alphaModFix/>
          </a:blip>
          <a:srcRect b="0" l="0" r="0" t="0"/>
          <a:stretch/>
        </p:blipFill>
        <p:spPr>
          <a:xfrm>
            <a:off x="230668" y="342900"/>
            <a:ext cx="1381538" cy="439580"/>
          </a:xfrm>
          <a:prstGeom prst="rect">
            <a:avLst/>
          </a:prstGeom>
          <a:noFill/>
          <a:ln>
            <a:noFill/>
          </a:ln>
        </p:spPr>
      </p:pic>
      <p:sp>
        <p:nvSpPr>
          <p:cNvPr id="96" name="Google Shape;96;p25"/>
          <p:cNvSpPr txBox="1"/>
          <p:nvPr>
            <p:ph idx="1" type="body"/>
          </p:nvPr>
        </p:nvSpPr>
        <p:spPr>
          <a:xfrm>
            <a:off x="387929" y="3538847"/>
            <a:ext cx="1726711" cy="2159829"/>
          </a:xfrm>
          <a:prstGeom prst="rect">
            <a:avLst/>
          </a:prstGeom>
          <a:noFill/>
          <a:ln>
            <a:noFill/>
          </a:ln>
        </p:spPr>
        <p:txBody>
          <a:bodyPr anchorCtr="0" anchor="ctr" bIns="0" lIns="0" spcFirstLastPara="1" rIns="0" wrap="square" tIns="0">
            <a:noAutofit/>
          </a:bodyPr>
          <a:lstStyle>
            <a:lvl1pPr indent="-228600" lvl="0" marL="457200" marR="0" rtl="0" algn="r">
              <a:lnSpc>
                <a:spcPct val="91111"/>
              </a:lnSpc>
              <a:spcBef>
                <a:spcPts val="1000"/>
              </a:spcBef>
              <a:spcAft>
                <a:spcPts val="0"/>
              </a:spcAft>
              <a:buClr>
                <a:schemeClr val="dk1"/>
              </a:buClr>
              <a:buSzPts val="9000"/>
              <a:buFont typeface="Arial"/>
              <a:buNone/>
              <a:defRPr b="0" i="0" sz="9000" u="none" cap="none" strike="noStrike">
                <a:solidFill>
                  <a:schemeClr val="dk1"/>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7" name="Google Shape;97;p25"/>
          <p:cNvSpPr txBox="1"/>
          <p:nvPr>
            <p:ph type="title"/>
          </p:nvPr>
        </p:nvSpPr>
        <p:spPr>
          <a:xfrm>
            <a:off x="3151324" y="3538848"/>
            <a:ext cx="8380275" cy="215983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Arial"/>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p:cSld name="Chapter Title">
    <p:spTree>
      <p:nvGrpSpPr>
        <p:cNvPr id="98" name="Shape 98"/>
        <p:cNvGrpSpPr/>
        <p:nvPr/>
      </p:nvGrpSpPr>
      <p:grpSpPr>
        <a:xfrm>
          <a:off x="0" y="0"/>
          <a:ext cx="0" cy="0"/>
          <a:chOff x="0" y="0"/>
          <a:chExt cx="0" cy="0"/>
        </a:xfrm>
      </p:grpSpPr>
      <p:sp>
        <p:nvSpPr>
          <p:cNvPr id="99" name="Google Shape;99;p26"/>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00" name="Google Shape;100;p26"/>
          <p:cNvCxnSpPr/>
          <p:nvPr/>
        </p:nvCxnSpPr>
        <p:spPr>
          <a:xfrm>
            <a:off x="2632982" y="3538847"/>
            <a:ext cx="0" cy="2159830"/>
          </a:xfrm>
          <a:prstGeom prst="straightConnector1">
            <a:avLst/>
          </a:prstGeom>
          <a:noFill/>
          <a:ln cap="flat" cmpd="sng" w="19050">
            <a:solidFill>
              <a:schemeClr val="lt2"/>
            </a:solidFill>
            <a:prstDash val="solid"/>
            <a:miter lim="800000"/>
            <a:headEnd len="sm" w="sm" type="none"/>
            <a:tailEnd len="sm" w="sm" type="none"/>
          </a:ln>
        </p:spPr>
      </p:cxnSp>
      <p:pic>
        <p:nvPicPr>
          <p:cNvPr id="101" name="Google Shape;101;p26"/>
          <p:cNvPicPr preferRelativeResize="0"/>
          <p:nvPr/>
        </p:nvPicPr>
        <p:blipFill rotWithShape="1">
          <a:blip r:embed="rId2">
            <a:alphaModFix/>
          </a:blip>
          <a:srcRect b="0" l="0" r="0" t="0"/>
          <a:stretch/>
        </p:blipFill>
        <p:spPr>
          <a:xfrm>
            <a:off x="230668" y="342900"/>
            <a:ext cx="1381539" cy="439580"/>
          </a:xfrm>
          <a:prstGeom prst="rect">
            <a:avLst/>
          </a:prstGeom>
          <a:noFill/>
          <a:ln>
            <a:noFill/>
          </a:ln>
        </p:spPr>
      </p:pic>
      <p:sp>
        <p:nvSpPr>
          <p:cNvPr id="102" name="Google Shape;102;p26"/>
          <p:cNvSpPr txBox="1"/>
          <p:nvPr>
            <p:ph idx="1" type="body"/>
          </p:nvPr>
        </p:nvSpPr>
        <p:spPr>
          <a:xfrm>
            <a:off x="387929" y="3538847"/>
            <a:ext cx="1726711" cy="2159829"/>
          </a:xfrm>
          <a:prstGeom prst="rect">
            <a:avLst/>
          </a:prstGeom>
          <a:noFill/>
          <a:ln>
            <a:noFill/>
          </a:ln>
        </p:spPr>
        <p:txBody>
          <a:bodyPr anchorCtr="0" anchor="ctr" bIns="0" lIns="0" spcFirstLastPara="1" rIns="0" wrap="square" tIns="0">
            <a:noAutofit/>
          </a:bodyPr>
          <a:lstStyle>
            <a:lvl1pPr indent="-228600" lvl="0" marL="457200" marR="0" rtl="0" algn="r">
              <a:lnSpc>
                <a:spcPct val="91111"/>
              </a:lnSpc>
              <a:spcBef>
                <a:spcPts val="1000"/>
              </a:spcBef>
              <a:spcAft>
                <a:spcPts val="0"/>
              </a:spcAft>
              <a:buClr>
                <a:srgbClr val="000000"/>
              </a:buClr>
              <a:buSzPts val="9000"/>
              <a:buFont typeface="Arial"/>
              <a:buNone/>
              <a:defRPr b="0" i="0" sz="9000" u="none" cap="none" strike="noStrike">
                <a:solidFill>
                  <a:srgbClr val="000000"/>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3" name="Google Shape;103;p26"/>
          <p:cNvSpPr txBox="1"/>
          <p:nvPr>
            <p:ph type="title"/>
          </p:nvPr>
        </p:nvSpPr>
        <p:spPr>
          <a:xfrm>
            <a:off x="3151324" y="3538848"/>
            <a:ext cx="8380275" cy="215983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8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 Spruce">
  <p:cSld name="Chapter Title - Spruce">
    <p:spTree>
      <p:nvGrpSpPr>
        <p:cNvPr id="104" name="Shape 104"/>
        <p:cNvGrpSpPr/>
        <p:nvPr/>
      </p:nvGrpSpPr>
      <p:grpSpPr>
        <a:xfrm>
          <a:off x="0" y="0"/>
          <a:ext cx="0" cy="0"/>
          <a:chOff x="0" y="0"/>
          <a:chExt cx="0" cy="0"/>
        </a:xfrm>
      </p:grpSpPr>
      <p:sp>
        <p:nvSpPr>
          <p:cNvPr id="105" name="Google Shape;105;p27"/>
          <p:cNvSpPr/>
          <p:nvPr/>
        </p:nvSpPr>
        <p:spPr>
          <a:xfrm>
            <a:off x="0" y="0"/>
            <a:ext cx="1219200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06" name="Google Shape;106;p27"/>
          <p:cNvCxnSpPr/>
          <p:nvPr/>
        </p:nvCxnSpPr>
        <p:spPr>
          <a:xfrm>
            <a:off x="2632982" y="3538847"/>
            <a:ext cx="0" cy="2159830"/>
          </a:xfrm>
          <a:prstGeom prst="straightConnector1">
            <a:avLst/>
          </a:prstGeom>
          <a:noFill/>
          <a:ln cap="flat" cmpd="sng" w="19050">
            <a:solidFill>
              <a:schemeClr val="lt2"/>
            </a:solidFill>
            <a:prstDash val="solid"/>
            <a:miter lim="800000"/>
            <a:headEnd len="sm" w="sm" type="none"/>
            <a:tailEnd len="sm" w="sm" type="none"/>
          </a:ln>
        </p:spPr>
      </p:cxnSp>
      <p:pic>
        <p:nvPicPr>
          <p:cNvPr id="107" name="Google Shape;107;p27"/>
          <p:cNvPicPr preferRelativeResize="0"/>
          <p:nvPr/>
        </p:nvPicPr>
        <p:blipFill rotWithShape="1">
          <a:blip r:embed="rId2">
            <a:alphaModFix/>
          </a:blip>
          <a:srcRect b="0" l="0" r="0" t="0"/>
          <a:stretch/>
        </p:blipFill>
        <p:spPr>
          <a:xfrm>
            <a:off x="230668" y="342900"/>
            <a:ext cx="1381539" cy="439580"/>
          </a:xfrm>
          <a:prstGeom prst="rect">
            <a:avLst/>
          </a:prstGeom>
          <a:noFill/>
          <a:ln>
            <a:noFill/>
          </a:ln>
        </p:spPr>
      </p:pic>
      <p:sp>
        <p:nvSpPr>
          <p:cNvPr id="108" name="Google Shape;108;p27"/>
          <p:cNvSpPr txBox="1"/>
          <p:nvPr/>
        </p:nvSpPr>
        <p:spPr>
          <a:xfrm>
            <a:off x="3223491" y="3833091"/>
            <a:ext cx="8377382" cy="17918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 name="Google Shape;109;p27"/>
          <p:cNvSpPr txBox="1"/>
          <p:nvPr>
            <p:ph idx="1" type="body"/>
          </p:nvPr>
        </p:nvSpPr>
        <p:spPr>
          <a:xfrm>
            <a:off x="387929" y="3538847"/>
            <a:ext cx="1726711" cy="2159829"/>
          </a:xfrm>
          <a:prstGeom prst="rect">
            <a:avLst/>
          </a:prstGeom>
          <a:noFill/>
          <a:ln>
            <a:noFill/>
          </a:ln>
        </p:spPr>
        <p:txBody>
          <a:bodyPr anchorCtr="0" anchor="ctr" bIns="0" lIns="0" spcFirstLastPara="1" rIns="0" wrap="square" tIns="0">
            <a:noAutofit/>
          </a:bodyPr>
          <a:lstStyle>
            <a:lvl1pPr indent="-228600" lvl="0" marL="457200" marR="0" rtl="0" algn="r">
              <a:lnSpc>
                <a:spcPct val="91111"/>
              </a:lnSpc>
              <a:spcBef>
                <a:spcPts val="1000"/>
              </a:spcBef>
              <a:spcAft>
                <a:spcPts val="0"/>
              </a:spcAft>
              <a:buClr>
                <a:srgbClr val="000000"/>
              </a:buClr>
              <a:buSzPts val="9000"/>
              <a:buFont typeface="Arial"/>
              <a:buNone/>
              <a:defRPr b="0" i="0" sz="9000" u="none" cap="none" strike="noStrike">
                <a:solidFill>
                  <a:srgbClr val="000000"/>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0" name="Google Shape;110;p27"/>
          <p:cNvSpPr txBox="1"/>
          <p:nvPr>
            <p:ph type="title"/>
          </p:nvPr>
        </p:nvSpPr>
        <p:spPr>
          <a:xfrm>
            <a:off x="3151324" y="3538848"/>
            <a:ext cx="8380275" cy="215983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8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 Stone">
  <p:cSld name="Chapter Title - Stone">
    <p:spTree>
      <p:nvGrpSpPr>
        <p:cNvPr id="111" name="Shape 111"/>
        <p:cNvGrpSpPr/>
        <p:nvPr/>
      </p:nvGrpSpPr>
      <p:grpSpPr>
        <a:xfrm>
          <a:off x="0" y="0"/>
          <a:ext cx="0" cy="0"/>
          <a:chOff x="0" y="0"/>
          <a:chExt cx="0" cy="0"/>
        </a:xfrm>
      </p:grpSpPr>
      <p:sp>
        <p:nvSpPr>
          <p:cNvPr id="112" name="Google Shape;112;p28"/>
          <p:cNvSpPr/>
          <p:nvPr/>
        </p:nvSpPr>
        <p:spPr>
          <a:xfrm>
            <a:off x="0" y="0"/>
            <a:ext cx="12192000" cy="68580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13" name="Google Shape;113;p28"/>
          <p:cNvCxnSpPr/>
          <p:nvPr/>
        </p:nvCxnSpPr>
        <p:spPr>
          <a:xfrm>
            <a:off x="2632982" y="3538847"/>
            <a:ext cx="0" cy="2159830"/>
          </a:xfrm>
          <a:prstGeom prst="straightConnector1">
            <a:avLst/>
          </a:prstGeom>
          <a:noFill/>
          <a:ln cap="flat" cmpd="sng" w="19050">
            <a:solidFill>
              <a:schemeClr val="accent1"/>
            </a:solidFill>
            <a:prstDash val="solid"/>
            <a:miter lim="800000"/>
            <a:headEnd len="sm" w="sm" type="none"/>
            <a:tailEnd len="sm" w="sm" type="none"/>
          </a:ln>
        </p:spPr>
      </p:cxnSp>
      <p:pic>
        <p:nvPicPr>
          <p:cNvPr id="114" name="Google Shape;114;p28"/>
          <p:cNvPicPr preferRelativeResize="0"/>
          <p:nvPr/>
        </p:nvPicPr>
        <p:blipFill rotWithShape="1">
          <a:blip r:embed="rId2">
            <a:alphaModFix/>
          </a:blip>
          <a:srcRect b="0" l="0" r="0" t="0"/>
          <a:stretch/>
        </p:blipFill>
        <p:spPr>
          <a:xfrm>
            <a:off x="230668" y="342900"/>
            <a:ext cx="1381539" cy="439580"/>
          </a:xfrm>
          <a:prstGeom prst="rect">
            <a:avLst/>
          </a:prstGeom>
          <a:noFill/>
          <a:ln>
            <a:noFill/>
          </a:ln>
        </p:spPr>
      </p:pic>
      <p:sp>
        <p:nvSpPr>
          <p:cNvPr id="115" name="Google Shape;115;p28"/>
          <p:cNvSpPr txBox="1"/>
          <p:nvPr>
            <p:ph idx="1" type="body"/>
          </p:nvPr>
        </p:nvSpPr>
        <p:spPr>
          <a:xfrm>
            <a:off x="387929" y="3538847"/>
            <a:ext cx="1726711" cy="2159829"/>
          </a:xfrm>
          <a:prstGeom prst="rect">
            <a:avLst/>
          </a:prstGeom>
          <a:noFill/>
          <a:ln>
            <a:noFill/>
          </a:ln>
        </p:spPr>
        <p:txBody>
          <a:bodyPr anchorCtr="0" anchor="ctr" bIns="0" lIns="0" spcFirstLastPara="1" rIns="0" wrap="square" tIns="0">
            <a:noAutofit/>
          </a:bodyPr>
          <a:lstStyle>
            <a:lvl1pPr indent="-228600" lvl="0" marL="457200" marR="0" rtl="0" algn="r">
              <a:lnSpc>
                <a:spcPct val="91111"/>
              </a:lnSpc>
              <a:spcBef>
                <a:spcPts val="1000"/>
              </a:spcBef>
              <a:spcAft>
                <a:spcPts val="0"/>
              </a:spcAft>
              <a:buClr>
                <a:srgbClr val="000000"/>
              </a:buClr>
              <a:buSzPts val="9000"/>
              <a:buFont typeface="Arial"/>
              <a:buNone/>
              <a:defRPr b="0" i="0" sz="9000" u="none" cap="none" strike="noStrike">
                <a:solidFill>
                  <a:srgbClr val="000000"/>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6" name="Google Shape;116;p28"/>
          <p:cNvSpPr txBox="1"/>
          <p:nvPr>
            <p:ph type="title"/>
          </p:nvPr>
        </p:nvSpPr>
        <p:spPr>
          <a:xfrm>
            <a:off x="3151324" y="3538848"/>
            <a:ext cx="8380275" cy="215983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8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Cloud">
  <p:cSld name="Quote - Cloud">
    <p:spTree>
      <p:nvGrpSpPr>
        <p:cNvPr id="117" name="Shape 117"/>
        <p:cNvGrpSpPr/>
        <p:nvPr/>
      </p:nvGrpSpPr>
      <p:grpSpPr>
        <a:xfrm>
          <a:off x="0" y="0"/>
          <a:ext cx="0" cy="0"/>
          <a:chOff x="0" y="0"/>
          <a:chExt cx="0" cy="0"/>
        </a:xfrm>
      </p:grpSpPr>
      <p:sp>
        <p:nvSpPr>
          <p:cNvPr id="118" name="Google Shape;118;p29"/>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Logo&#10;&#10;Description automatically generated" id="119" name="Google Shape;119;p29"/>
          <p:cNvPicPr preferRelativeResize="0"/>
          <p:nvPr/>
        </p:nvPicPr>
        <p:blipFill rotWithShape="1">
          <a:blip r:embed="rId2">
            <a:alphaModFix/>
          </a:blip>
          <a:srcRect b="0" l="0" r="0" t="0"/>
          <a:stretch/>
        </p:blipFill>
        <p:spPr>
          <a:xfrm>
            <a:off x="250145" y="6427726"/>
            <a:ext cx="718054" cy="228600"/>
          </a:xfrm>
          <a:prstGeom prst="rect">
            <a:avLst/>
          </a:prstGeom>
          <a:noFill/>
          <a:ln>
            <a:noFill/>
          </a:ln>
        </p:spPr>
      </p:pic>
      <p:pic>
        <p:nvPicPr>
          <p:cNvPr id="120" name="Google Shape;120;p29"/>
          <p:cNvPicPr preferRelativeResize="0"/>
          <p:nvPr/>
        </p:nvPicPr>
        <p:blipFill rotWithShape="1">
          <a:blip r:embed="rId3">
            <a:alphaModFix/>
          </a:blip>
          <a:srcRect b="47410" l="1" r="47580" t="0"/>
          <a:stretch/>
        </p:blipFill>
        <p:spPr>
          <a:xfrm>
            <a:off x="7643813" y="354709"/>
            <a:ext cx="2264275" cy="3074291"/>
          </a:xfrm>
          <a:prstGeom prst="rect">
            <a:avLst/>
          </a:prstGeom>
          <a:noFill/>
          <a:ln>
            <a:noFill/>
          </a:ln>
        </p:spPr>
      </p:pic>
      <p:pic>
        <p:nvPicPr>
          <p:cNvPr id="121" name="Google Shape;121;p29"/>
          <p:cNvPicPr preferRelativeResize="0"/>
          <p:nvPr/>
        </p:nvPicPr>
        <p:blipFill rotWithShape="1">
          <a:blip r:embed="rId4">
            <a:alphaModFix/>
          </a:blip>
          <a:srcRect b="0" l="42944" r="0" t="37307"/>
          <a:stretch/>
        </p:blipFill>
        <p:spPr>
          <a:xfrm>
            <a:off x="9507255" y="2704605"/>
            <a:ext cx="2464580" cy="3664892"/>
          </a:xfrm>
          <a:prstGeom prst="rect">
            <a:avLst/>
          </a:prstGeom>
          <a:noFill/>
          <a:ln>
            <a:noFill/>
          </a:ln>
        </p:spPr>
      </p:pic>
      <p:sp>
        <p:nvSpPr>
          <p:cNvPr id="122" name="Google Shape;122;p29"/>
          <p:cNvSpPr txBox="1"/>
          <p:nvPr>
            <p:ph idx="1" type="body"/>
          </p:nvPr>
        </p:nvSpPr>
        <p:spPr>
          <a:xfrm>
            <a:off x="192590" y="4711798"/>
            <a:ext cx="7019925" cy="573192"/>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cxnSp>
        <p:nvCxnSpPr>
          <p:cNvPr id="123" name="Google Shape;123;p29"/>
          <p:cNvCxnSpPr/>
          <p:nvPr/>
        </p:nvCxnSpPr>
        <p:spPr>
          <a:xfrm>
            <a:off x="192590" y="4510124"/>
            <a:ext cx="7019925" cy="0"/>
          </a:xfrm>
          <a:prstGeom prst="straightConnector1">
            <a:avLst/>
          </a:prstGeom>
          <a:noFill/>
          <a:ln cap="flat" cmpd="sng" w="9525">
            <a:solidFill>
              <a:schemeClr val="accent1"/>
            </a:solidFill>
            <a:prstDash val="solid"/>
            <a:miter lim="800000"/>
            <a:headEnd len="sm" w="sm" type="none"/>
            <a:tailEnd len="sm" w="sm" type="none"/>
          </a:ln>
        </p:spPr>
      </p:cxnSp>
      <p:sp>
        <p:nvSpPr>
          <p:cNvPr id="124" name="Google Shape;124;p29"/>
          <p:cNvSpPr txBox="1"/>
          <p:nvPr>
            <p:ph type="title"/>
          </p:nvPr>
        </p:nvSpPr>
        <p:spPr>
          <a:xfrm>
            <a:off x="220165" y="630698"/>
            <a:ext cx="6992350" cy="36648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Stone">
  <p:cSld name="Quote - Stone">
    <p:spTree>
      <p:nvGrpSpPr>
        <p:cNvPr id="125" name="Shape 125"/>
        <p:cNvGrpSpPr/>
        <p:nvPr/>
      </p:nvGrpSpPr>
      <p:grpSpPr>
        <a:xfrm>
          <a:off x="0" y="0"/>
          <a:ext cx="0" cy="0"/>
          <a:chOff x="0" y="0"/>
          <a:chExt cx="0" cy="0"/>
        </a:xfrm>
      </p:grpSpPr>
      <p:sp>
        <p:nvSpPr>
          <p:cNvPr id="126" name="Google Shape;126;p30"/>
          <p:cNvSpPr/>
          <p:nvPr/>
        </p:nvSpPr>
        <p:spPr>
          <a:xfrm>
            <a:off x="0" y="0"/>
            <a:ext cx="12192000" cy="68580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27" name="Google Shape;127;p30"/>
          <p:cNvPicPr preferRelativeResize="0"/>
          <p:nvPr/>
        </p:nvPicPr>
        <p:blipFill rotWithShape="1">
          <a:blip r:embed="rId2">
            <a:alphaModFix/>
          </a:blip>
          <a:srcRect b="0" l="0" r="0" t="0"/>
          <a:stretch/>
        </p:blipFill>
        <p:spPr>
          <a:xfrm>
            <a:off x="250145" y="6427726"/>
            <a:ext cx="718054" cy="228599"/>
          </a:xfrm>
          <a:prstGeom prst="rect">
            <a:avLst/>
          </a:prstGeom>
          <a:noFill/>
          <a:ln>
            <a:noFill/>
          </a:ln>
        </p:spPr>
      </p:pic>
      <p:pic>
        <p:nvPicPr>
          <p:cNvPr id="128" name="Google Shape;128;p30"/>
          <p:cNvPicPr preferRelativeResize="0"/>
          <p:nvPr/>
        </p:nvPicPr>
        <p:blipFill rotWithShape="1">
          <a:blip r:embed="rId3">
            <a:alphaModFix/>
          </a:blip>
          <a:srcRect b="47410" l="1" r="47580" t="0"/>
          <a:stretch/>
        </p:blipFill>
        <p:spPr>
          <a:xfrm>
            <a:off x="7643813" y="354709"/>
            <a:ext cx="2264275" cy="3074291"/>
          </a:xfrm>
          <a:prstGeom prst="rect">
            <a:avLst/>
          </a:prstGeom>
          <a:noFill/>
          <a:ln>
            <a:noFill/>
          </a:ln>
        </p:spPr>
      </p:pic>
      <p:pic>
        <p:nvPicPr>
          <p:cNvPr id="129" name="Google Shape;129;p30"/>
          <p:cNvPicPr preferRelativeResize="0"/>
          <p:nvPr/>
        </p:nvPicPr>
        <p:blipFill rotWithShape="1">
          <a:blip r:embed="rId4">
            <a:alphaModFix/>
          </a:blip>
          <a:srcRect b="0" l="42944" r="0" t="37307"/>
          <a:stretch/>
        </p:blipFill>
        <p:spPr>
          <a:xfrm>
            <a:off x="9507255" y="2704605"/>
            <a:ext cx="2464580" cy="3664892"/>
          </a:xfrm>
          <a:prstGeom prst="rect">
            <a:avLst/>
          </a:prstGeom>
          <a:noFill/>
          <a:ln>
            <a:noFill/>
          </a:ln>
        </p:spPr>
      </p:pic>
      <p:sp>
        <p:nvSpPr>
          <p:cNvPr id="130" name="Google Shape;130;p30"/>
          <p:cNvSpPr txBox="1"/>
          <p:nvPr>
            <p:ph idx="1" type="body"/>
          </p:nvPr>
        </p:nvSpPr>
        <p:spPr>
          <a:xfrm>
            <a:off x="192590" y="4711798"/>
            <a:ext cx="7019925" cy="573192"/>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cxnSp>
        <p:nvCxnSpPr>
          <p:cNvPr id="131" name="Google Shape;131;p30"/>
          <p:cNvCxnSpPr/>
          <p:nvPr/>
        </p:nvCxnSpPr>
        <p:spPr>
          <a:xfrm>
            <a:off x="192590" y="4510124"/>
            <a:ext cx="7019925" cy="0"/>
          </a:xfrm>
          <a:prstGeom prst="straightConnector1">
            <a:avLst/>
          </a:prstGeom>
          <a:noFill/>
          <a:ln cap="flat" cmpd="sng" w="9525">
            <a:solidFill>
              <a:schemeClr val="accent1"/>
            </a:solidFill>
            <a:prstDash val="solid"/>
            <a:miter lim="800000"/>
            <a:headEnd len="sm" w="sm" type="none"/>
            <a:tailEnd len="sm" w="sm" type="none"/>
          </a:ln>
        </p:spPr>
      </p:cxnSp>
      <p:sp>
        <p:nvSpPr>
          <p:cNvPr id="132" name="Google Shape;132;p30"/>
          <p:cNvSpPr txBox="1"/>
          <p:nvPr>
            <p:ph type="title"/>
          </p:nvPr>
        </p:nvSpPr>
        <p:spPr>
          <a:xfrm>
            <a:off x="220165" y="630698"/>
            <a:ext cx="6992350" cy="36648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Spruce">
  <p:cSld name="Quote - Spruce">
    <p:spTree>
      <p:nvGrpSpPr>
        <p:cNvPr id="133" name="Shape 133"/>
        <p:cNvGrpSpPr/>
        <p:nvPr/>
      </p:nvGrpSpPr>
      <p:grpSpPr>
        <a:xfrm>
          <a:off x="0" y="0"/>
          <a:ext cx="0" cy="0"/>
          <a:chOff x="0" y="0"/>
          <a:chExt cx="0" cy="0"/>
        </a:xfrm>
      </p:grpSpPr>
      <p:sp>
        <p:nvSpPr>
          <p:cNvPr id="134" name="Google Shape;134;p31"/>
          <p:cNvSpPr/>
          <p:nvPr/>
        </p:nvSpPr>
        <p:spPr>
          <a:xfrm>
            <a:off x="0" y="0"/>
            <a:ext cx="1219200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35" name="Google Shape;135;p31"/>
          <p:cNvPicPr preferRelativeResize="0"/>
          <p:nvPr/>
        </p:nvPicPr>
        <p:blipFill rotWithShape="1">
          <a:blip r:embed="rId2">
            <a:alphaModFix/>
          </a:blip>
          <a:srcRect b="0" l="0" r="0" t="0"/>
          <a:stretch/>
        </p:blipFill>
        <p:spPr>
          <a:xfrm>
            <a:off x="250145" y="6427726"/>
            <a:ext cx="718054" cy="228599"/>
          </a:xfrm>
          <a:prstGeom prst="rect">
            <a:avLst/>
          </a:prstGeom>
          <a:noFill/>
          <a:ln>
            <a:noFill/>
          </a:ln>
        </p:spPr>
      </p:pic>
      <p:pic>
        <p:nvPicPr>
          <p:cNvPr id="136" name="Google Shape;136;p31"/>
          <p:cNvPicPr preferRelativeResize="0"/>
          <p:nvPr/>
        </p:nvPicPr>
        <p:blipFill rotWithShape="1">
          <a:blip r:embed="rId3">
            <a:alphaModFix/>
          </a:blip>
          <a:srcRect b="47410" l="1" r="47580" t="0"/>
          <a:stretch/>
        </p:blipFill>
        <p:spPr>
          <a:xfrm>
            <a:off x="7643813" y="354709"/>
            <a:ext cx="2264275" cy="3074291"/>
          </a:xfrm>
          <a:prstGeom prst="rect">
            <a:avLst/>
          </a:prstGeom>
          <a:noFill/>
          <a:ln>
            <a:noFill/>
          </a:ln>
        </p:spPr>
      </p:pic>
      <p:pic>
        <p:nvPicPr>
          <p:cNvPr id="137" name="Google Shape;137;p31"/>
          <p:cNvPicPr preferRelativeResize="0"/>
          <p:nvPr/>
        </p:nvPicPr>
        <p:blipFill rotWithShape="1">
          <a:blip r:embed="rId4">
            <a:alphaModFix/>
          </a:blip>
          <a:srcRect b="0" l="42944" r="0" t="37307"/>
          <a:stretch/>
        </p:blipFill>
        <p:spPr>
          <a:xfrm>
            <a:off x="9507255" y="2704605"/>
            <a:ext cx="2464580" cy="3664892"/>
          </a:xfrm>
          <a:prstGeom prst="rect">
            <a:avLst/>
          </a:prstGeom>
          <a:noFill/>
          <a:ln>
            <a:noFill/>
          </a:ln>
        </p:spPr>
      </p:pic>
      <p:sp>
        <p:nvSpPr>
          <p:cNvPr id="138" name="Google Shape;138;p31"/>
          <p:cNvSpPr txBox="1"/>
          <p:nvPr>
            <p:ph idx="1" type="body"/>
          </p:nvPr>
        </p:nvSpPr>
        <p:spPr>
          <a:xfrm>
            <a:off x="192590" y="4711798"/>
            <a:ext cx="7019925" cy="573192"/>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cxnSp>
        <p:nvCxnSpPr>
          <p:cNvPr id="139" name="Google Shape;139;p31"/>
          <p:cNvCxnSpPr/>
          <p:nvPr/>
        </p:nvCxnSpPr>
        <p:spPr>
          <a:xfrm>
            <a:off x="192590" y="4510124"/>
            <a:ext cx="7019925" cy="0"/>
          </a:xfrm>
          <a:prstGeom prst="straightConnector1">
            <a:avLst/>
          </a:prstGeom>
          <a:noFill/>
          <a:ln cap="flat" cmpd="sng" w="9525">
            <a:solidFill>
              <a:schemeClr val="lt1"/>
            </a:solidFill>
            <a:prstDash val="solid"/>
            <a:miter lim="800000"/>
            <a:headEnd len="sm" w="sm" type="none"/>
            <a:tailEnd len="sm" w="sm" type="none"/>
          </a:ln>
        </p:spPr>
      </p:cxnSp>
      <p:sp>
        <p:nvSpPr>
          <p:cNvPr id="140" name="Google Shape;140;p31"/>
          <p:cNvSpPr txBox="1"/>
          <p:nvPr>
            <p:ph type="title"/>
          </p:nvPr>
        </p:nvSpPr>
        <p:spPr>
          <a:xfrm>
            <a:off x="220165" y="630698"/>
            <a:ext cx="6992350" cy="36648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141" name="Shape 141"/>
        <p:cNvGrpSpPr/>
        <p:nvPr/>
      </p:nvGrpSpPr>
      <p:grpSpPr>
        <a:xfrm>
          <a:off x="0" y="0"/>
          <a:ext cx="0" cy="0"/>
          <a:chOff x="0" y="0"/>
          <a:chExt cx="0" cy="0"/>
        </a:xfrm>
      </p:grpSpPr>
      <p:sp>
        <p:nvSpPr>
          <p:cNvPr id="142" name="Google Shape;142;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ummary">
  <p:cSld name="Chapter Summary">
    <p:spTree>
      <p:nvGrpSpPr>
        <p:cNvPr id="144" name="Shape 144"/>
        <p:cNvGrpSpPr/>
        <p:nvPr/>
      </p:nvGrpSpPr>
      <p:grpSpPr>
        <a:xfrm>
          <a:off x="0" y="0"/>
          <a:ext cx="0" cy="0"/>
          <a:chOff x="0" y="0"/>
          <a:chExt cx="0" cy="0"/>
        </a:xfrm>
      </p:grpSpPr>
      <p:sp>
        <p:nvSpPr>
          <p:cNvPr id="145" name="Google Shape;145;p33"/>
          <p:cNvSpPr txBox="1"/>
          <p:nvPr>
            <p:ph idx="1" type="body"/>
          </p:nvPr>
        </p:nvSpPr>
        <p:spPr>
          <a:xfrm>
            <a:off x="217449" y="1180060"/>
            <a:ext cx="1042290" cy="2971902"/>
          </a:xfrm>
          <a:prstGeom prst="rect">
            <a:avLst/>
          </a:prstGeom>
          <a:noFill/>
          <a:ln>
            <a:noFill/>
          </a:ln>
        </p:spPr>
        <p:txBody>
          <a:bodyPr anchorCtr="0" anchor="t" bIns="0" lIns="0" spcFirstLastPara="1" rIns="0" wrap="square" tIns="0">
            <a:noAutofit/>
          </a:bodyPr>
          <a:lstStyle>
            <a:lvl1pPr indent="-228600" lvl="0" marL="457200" marR="0" rtl="0" algn="r">
              <a:lnSpc>
                <a:spcPct val="100000"/>
              </a:lnSpc>
              <a:spcBef>
                <a:spcPts val="100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6" name="Google Shape;146;p33"/>
          <p:cNvSpPr txBox="1"/>
          <p:nvPr>
            <p:ph idx="2" type="body"/>
          </p:nvPr>
        </p:nvSpPr>
        <p:spPr>
          <a:xfrm>
            <a:off x="1512849" y="1180059"/>
            <a:ext cx="7420028" cy="4222537"/>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1000"/>
              </a:spcBef>
              <a:spcAft>
                <a:spcPts val="0"/>
              </a:spcAft>
              <a:buClr>
                <a:srgbClr val="042315"/>
              </a:buClr>
              <a:buSzPts val="2400"/>
              <a:buFont typeface="Arial"/>
              <a:buNone/>
              <a:defRPr b="0" i="0" sz="2400" u="none" cap="none" strike="noStrike">
                <a:solidFill>
                  <a:srgbClr val="042315"/>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7" name="Google Shape;147;p33"/>
          <p:cNvSpPr txBox="1"/>
          <p:nvPr>
            <p:ph type="title"/>
          </p:nvPr>
        </p:nvSpPr>
        <p:spPr>
          <a:xfrm>
            <a:off x="217449" y="365125"/>
            <a:ext cx="5634711" cy="4984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3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9" name="Google Shape;149;p3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0" name="Google Shape;150;p3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51" name="Shape 151"/>
        <p:cNvGrpSpPr/>
        <p:nvPr/>
      </p:nvGrpSpPr>
      <p:grpSpPr>
        <a:xfrm>
          <a:off x="0" y="0"/>
          <a:ext cx="0" cy="0"/>
          <a:chOff x="0" y="0"/>
          <a:chExt cx="0" cy="0"/>
        </a:xfrm>
      </p:grpSpPr>
      <p:sp>
        <p:nvSpPr>
          <p:cNvPr id="152" name="Google Shape;152;p34"/>
          <p:cNvSpPr txBox="1"/>
          <p:nvPr>
            <p:ph type="title"/>
          </p:nvPr>
        </p:nvSpPr>
        <p:spPr>
          <a:xfrm>
            <a:off x="391886" y="2766218"/>
            <a:ext cx="4728754"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3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4" name="Google Shape;154;p3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5" name="Google Shape;155;p3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156" name="Google Shape;156;p34"/>
          <p:cNvSpPr txBox="1"/>
          <p:nvPr>
            <p:ph idx="1" type="body"/>
          </p:nvPr>
        </p:nvSpPr>
        <p:spPr>
          <a:xfrm>
            <a:off x="250146" y="1696720"/>
            <a:ext cx="5669280" cy="4457712"/>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Courier New"/>
              <a:buChar char="o"/>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Courier New"/>
              <a:buChar char="o"/>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7" name="Google Shape;157;p34"/>
          <p:cNvSpPr txBox="1"/>
          <p:nvPr>
            <p:ph idx="2" type="body"/>
          </p:nvPr>
        </p:nvSpPr>
        <p:spPr>
          <a:xfrm>
            <a:off x="6249670" y="1696720"/>
            <a:ext cx="5669280" cy="4457712"/>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Courier New"/>
              <a:buChar char="o"/>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Courier New"/>
              <a:buChar char="o"/>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2 Sections">
  <p:cSld name="Picture with 2 Sections">
    <p:spTree>
      <p:nvGrpSpPr>
        <p:cNvPr id="158" name="Shape 158"/>
        <p:cNvGrpSpPr/>
        <p:nvPr/>
      </p:nvGrpSpPr>
      <p:grpSpPr>
        <a:xfrm>
          <a:off x="0" y="0"/>
          <a:ext cx="0" cy="0"/>
          <a:chOff x="0" y="0"/>
          <a:chExt cx="0" cy="0"/>
        </a:xfrm>
      </p:grpSpPr>
      <p:sp>
        <p:nvSpPr>
          <p:cNvPr id="159" name="Google Shape;159;p35"/>
          <p:cNvSpPr txBox="1"/>
          <p:nvPr>
            <p:ph idx="1" type="body"/>
          </p:nvPr>
        </p:nvSpPr>
        <p:spPr>
          <a:xfrm>
            <a:off x="228598" y="1782312"/>
            <a:ext cx="7021948" cy="2011680"/>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90000"/>
              </a:lnSpc>
              <a:spcBef>
                <a:spcPts val="10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0" name="Google Shape;160;p35"/>
          <p:cNvSpPr txBox="1"/>
          <p:nvPr>
            <p:ph idx="2" type="body"/>
          </p:nvPr>
        </p:nvSpPr>
        <p:spPr>
          <a:xfrm>
            <a:off x="228599" y="1513219"/>
            <a:ext cx="5295901" cy="26909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1000"/>
              </a:spcBef>
              <a:spcAft>
                <a:spcPts val="0"/>
              </a:spcAft>
              <a:buClr>
                <a:schemeClr val="accent4"/>
              </a:buClr>
              <a:buSzPts val="1400"/>
              <a:buFont typeface="Arial"/>
              <a:buNone/>
              <a:defRPr b="1" i="0" sz="1400" u="none" cap="none" strike="noStrike">
                <a:solidFill>
                  <a:schemeClr val="accent4"/>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1" name="Google Shape;161;p35"/>
          <p:cNvSpPr txBox="1"/>
          <p:nvPr>
            <p:ph idx="3" type="body"/>
          </p:nvPr>
        </p:nvSpPr>
        <p:spPr>
          <a:xfrm>
            <a:off x="228597" y="4295416"/>
            <a:ext cx="7021948" cy="2011680"/>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90000"/>
              </a:lnSpc>
              <a:spcBef>
                <a:spcPts val="10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2" name="Google Shape;162;p35"/>
          <p:cNvSpPr txBox="1"/>
          <p:nvPr>
            <p:ph idx="4" type="body"/>
          </p:nvPr>
        </p:nvSpPr>
        <p:spPr>
          <a:xfrm>
            <a:off x="228598" y="4026323"/>
            <a:ext cx="5295901" cy="26909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1000"/>
              </a:spcBef>
              <a:spcAft>
                <a:spcPts val="0"/>
              </a:spcAft>
              <a:buClr>
                <a:schemeClr val="accent4"/>
              </a:buClr>
              <a:buSzPts val="1400"/>
              <a:buFont typeface="Arial"/>
              <a:buNone/>
              <a:defRPr b="1" i="0" sz="1400" u="none" cap="none" strike="noStrike">
                <a:solidFill>
                  <a:schemeClr val="accent4"/>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3" name="Google Shape;163;p35"/>
          <p:cNvSpPr/>
          <p:nvPr>
            <p:ph idx="5" type="pic"/>
          </p:nvPr>
        </p:nvSpPr>
        <p:spPr>
          <a:xfrm>
            <a:off x="7518399" y="1523999"/>
            <a:ext cx="4419601" cy="4783097"/>
          </a:xfrm>
          <a:prstGeom prst="rect">
            <a:avLst/>
          </a:prstGeom>
          <a:noFill/>
          <a:ln>
            <a:noFill/>
          </a:ln>
        </p:spPr>
      </p:sp>
      <p:sp>
        <p:nvSpPr>
          <p:cNvPr id="164" name="Google Shape;164;p35"/>
          <p:cNvSpPr txBox="1"/>
          <p:nvPr>
            <p:ph type="title"/>
          </p:nvPr>
        </p:nvSpPr>
        <p:spPr>
          <a:xfrm>
            <a:off x="250145" y="365126"/>
            <a:ext cx="11687855" cy="88978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35"/>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66" name="Google Shape;166;p3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67" name="Google Shape;167;p3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Color">
  <p:cSld name="Three Column Color">
    <p:spTree>
      <p:nvGrpSpPr>
        <p:cNvPr id="168" name="Shape 168"/>
        <p:cNvGrpSpPr/>
        <p:nvPr/>
      </p:nvGrpSpPr>
      <p:grpSpPr>
        <a:xfrm>
          <a:off x="0" y="0"/>
          <a:ext cx="0" cy="0"/>
          <a:chOff x="0" y="0"/>
          <a:chExt cx="0" cy="0"/>
        </a:xfrm>
      </p:grpSpPr>
      <p:sp>
        <p:nvSpPr>
          <p:cNvPr id="169" name="Google Shape;169;p36"/>
          <p:cNvSpPr txBox="1"/>
          <p:nvPr>
            <p:ph idx="1" type="body"/>
          </p:nvPr>
        </p:nvSpPr>
        <p:spPr>
          <a:xfrm>
            <a:off x="770767" y="1717978"/>
            <a:ext cx="3054096" cy="689942"/>
          </a:xfrm>
          <a:prstGeom prst="rect">
            <a:avLst/>
          </a:prstGeom>
          <a:solidFill>
            <a:srgbClr val="FF462D"/>
          </a:solidFill>
          <a:ln>
            <a:noFill/>
          </a:ln>
        </p:spPr>
        <p:txBody>
          <a:bodyPr anchorCtr="0" anchor="ctr" bIns="91425" lIns="91425" spcFirstLastPara="1" rIns="91425" wrap="square" tIns="91425">
            <a:noAutofit/>
          </a:bodyPr>
          <a:lstStyle>
            <a:lvl1pPr indent="-228600" lvl="0" marL="457200" marR="0" rtl="0" algn="l">
              <a:lnSpc>
                <a:spcPct val="100000"/>
              </a:lnSpc>
              <a:spcBef>
                <a:spcPts val="1000"/>
              </a:spcBef>
              <a:spcAft>
                <a:spcPts val="0"/>
              </a:spcAft>
              <a:buClr>
                <a:schemeClr val="lt1"/>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0" name="Google Shape;170;p36"/>
          <p:cNvSpPr txBox="1"/>
          <p:nvPr>
            <p:ph idx="2" type="body"/>
          </p:nvPr>
        </p:nvSpPr>
        <p:spPr>
          <a:xfrm>
            <a:off x="4566598" y="1717978"/>
            <a:ext cx="3054096" cy="689942"/>
          </a:xfrm>
          <a:prstGeom prst="rect">
            <a:avLst/>
          </a:prstGeom>
          <a:solidFill>
            <a:schemeClr val="accent6"/>
          </a:solidFill>
          <a:ln>
            <a:noFill/>
          </a:ln>
        </p:spPr>
        <p:txBody>
          <a:bodyPr anchorCtr="0" anchor="ctr" bIns="91425" lIns="91425" spcFirstLastPara="1" rIns="91425" wrap="square" tIns="91425">
            <a:noAutofit/>
          </a:bodyPr>
          <a:lstStyle>
            <a:lvl1pPr indent="-228600" lvl="0" marL="457200" marR="0" rtl="0" algn="l">
              <a:lnSpc>
                <a:spcPct val="100000"/>
              </a:lnSpc>
              <a:spcBef>
                <a:spcPts val="1000"/>
              </a:spcBef>
              <a:spcAft>
                <a:spcPts val="0"/>
              </a:spcAft>
              <a:buClr>
                <a:schemeClr val="lt1"/>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1" name="Google Shape;171;p36"/>
          <p:cNvSpPr txBox="1"/>
          <p:nvPr>
            <p:ph idx="3" type="body"/>
          </p:nvPr>
        </p:nvSpPr>
        <p:spPr>
          <a:xfrm>
            <a:off x="8367840" y="1717978"/>
            <a:ext cx="3053394" cy="689942"/>
          </a:xfrm>
          <a:prstGeom prst="rect">
            <a:avLst/>
          </a:prstGeom>
          <a:solidFill>
            <a:schemeClr val="accent4"/>
          </a:solidFill>
          <a:ln>
            <a:noFill/>
          </a:ln>
        </p:spPr>
        <p:txBody>
          <a:bodyPr anchorCtr="0" anchor="ctr" bIns="91425" lIns="91425" spcFirstLastPara="1" rIns="91425" wrap="square" tIns="91425">
            <a:noAutofit/>
          </a:bodyPr>
          <a:lstStyle>
            <a:lvl1pPr indent="-228600" lvl="0" marL="457200" marR="0" rtl="0" algn="l">
              <a:lnSpc>
                <a:spcPct val="100000"/>
              </a:lnSpc>
              <a:spcBef>
                <a:spcPts val="1000"/>
              </a:spcBef>
              <a:spcAft>
                <a:spcPts val="0"/>
              </a:spcAft>
              <a:buClr>
                <a:schemeClr val="lt1"/>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2" name="Google Shape;172;p36"/>
          <p:cNvSpPr txBox="1"/>
          <p:nvPr>
            <p:ph idx="4" type="body"/>
          </p:nvPr>
        </p:nvSpPr>
        <p:spPr>
          <a:xfrm>
            <a:off x="770766" y="2529840"/>
            <a:ext cx="3054095" cy="3248660"/>
          </a:xfrm>
          <a:prstGeom prst="rect">
            <a:avLst/>
          </a:prstGeom>
          <a:solidFill>
            <a:schemeClr val="lt2"/>
          </a:solidFill>
          <a:ln>
            <a:noFill/>
          </a:ln>
        </p:spPr>
        <p:txBody>
          <a:bodyPr anchorCtr="0" anchor="t" bIns="45700" lIns="91425" spcFirstLastPara="1" rIns="91425" wrap="square" tIns="45700">
            <a:noAutofit/>
          </a:bodyPr>
          <a:lstStyle>
            <a:lvl1pPr indent="-304800" lvl="0" marL="457200" marR="0" rtl="0" algn="l">
              <a:lnSpc>
                <a:spcPct val="90000"/>
              </a:lnSpc>
              <a:spcBef>
                <a:spcPts val="10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1pPr>
            <a:lvl2pPr indent="-304800" lvl="1" marL="914400" marR="0" rtl="0" algn="l">
              <a:lnSpc>
                <a:spcPct val="90000"/>
              </a:lnSpc>
              <a:spcBef>
                <a:spcPts val="500"/>
              </a:spcBef>
              <a:spcAft>
                <a:spcPts val="0"/>
              </a:spcAft>
              <a:buClr>
                <a:srgbClr val="3D3C3C"/>
              </a:buClr>
              <a:buSzPts val="1200"/>
              <a:buFont typeface="Courier New"/>
              <a:buChar char="o"/>
              <a:defRPr b="0" i="0" sz="1200" u="none" cap="none" strike="noStrike">
                <a:solidFill>
                  <a:srgbClr val="3D3C3C"/>
                </a:solidFill>
                <a:latin typeface="Arial"/>
                <a:ea typeface="Arial"/>
                <a:cs typeface="Arial"/>
                <a:sym typeface="Arial"/>
              </a:defRPr>
            </a:lvl2pPr>
            <a:lvl3pPr indent="-304800" lvl="2" marL="13716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3pPr>
            <a:lvl4pPr indent="-304800" lvl="3" marL="18288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4pPr>
            <a:lvl5pPr indent="-304800" lvl="4" marL="2286000" marR="0" rtl="0" algn="l">
              <a:lnSpc>
                <a:spcPct val="90000"/>
              </a:lnSpc>
              <a:spcBef>
                <a:spcPts val="500"/>
              </a:spcBef>
              <a:spcAft>
                <a:spcPts val="0"/>
              </a:spcAft>
              <a:buClr>
                <a:srgbClr val="3D3C3C"/>
              </a:buClr>
              <a:buSzPts val="1200"/>
              <a:buFont typeface="Courier New"/>
              <a:buChar char="o"/>
              <a:defRPr b="0" i="0" sz="1200" u="none" cap="none" strike="noStrike">
                <a:solidFill>
                  <a:srgbClr val="3D3C3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3" name="Google Shape;173;p36"/>
          <p:cNvSpPr txBox="1"/>
          <p:nvPr>
            <p:ph idx="5" type="body"/>
          </p:nvPr>
        </p:nvSpPr>
        <p:spPr>
          <a:xfrm>
            <a:off x="4564907" y="2543478"/>
            <a:ext cx="3054095" cy="3248660"/>
          </a:xfrm>
          <a:prstGeom prst="rect">
            <a:avLst/>
          </a:prstGeom>
          <a:solidFill>
            <a:schemeClr val="lt2"/>
          </a:solidFill>
          <a:ln>
            <a:noFill/>
          </a:ln>
        </p:spPr>
        <p:txBody>
          <a:bodyPr anchorCtr="0" anchor="t" bIns="45700" lIns="91425" spcFirstLastPara="1" rIns="91425" wrap="square" tIns="45700">
            <a:noAutofit/>
          </a:bodyPr>
          <a:lstStyle>
            <a:lvl1pPr indent="-304800" lvl="0" marL="457200" marR="0" rtl="0" algn="l">
              <a:lnSpc>
                <a:spcPct val="90000"/>
              </a:lnSpc>
              <a:spcBef>
                <a:spcPts val="10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1pPr>
            <a:lvl2pPr indent="-304800" lvl="1" marL="914400" marR="0" rtl="0" algn="l">
              <a:lnSpc>
                <a:spcPct val="90000"/>
              </a:lnSpc>
              <a:spcBef>
                <a:spcPts val="500"/>
              </a:spcBef>
              <a:spcAft>
                <a:spcPts val="0"/>
              </a:spcAft>
              <a:buClr>
                <a:srgbClr val="3D3C3C"/>
              </a:buClr>
              <a:buSzPts val="1200"/>
              <a:buFont typeface="Courier New"/>
              <a:buChar char="o"/>
              <a:defRPr b="0" i="0" sz="1200" u="none" cap="none" strike="noStrike">
                <a:solidFill>
                  <a:srgbClr val="3D3C3C"/>
                </a:solidFill>
                <a:latin typeface="Arial"/>
                <a:ea typeface="Arial"/>
                <a:cs typeface="Arial"/>
                <a:sym typeface="Arial"/>
              </a:defRPr>
            </a:lvl2pPr>
            <a:lvl3pPr indent="-304800" lvl="2" marL="13716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3pPr>
            <a:lvl4pPr indent="-304800" lvl="3" marL="18288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4pPr>
            <a:lvl5pPr indent="-304800" lvl="4" marL="2286000" marR="0" rtl="0" algn="l">
              <a:lnSpc>
                <a:spcPct val="90000"/>
              </a:lnSpc>
              <a:spcBef>
                <a:spcPts val="500"/>
              </a:spcBef>
              <a:spcAft>
                <a:spcPts val="0"/>
              </a:spcAft>
              <a:buClr>
                <a:srgbClr val="3D3C3C"/>
              </a:buClr>
              <a:buSzPts val="1200"/>
              <a:buFont typeface="Courier New"/>
              <a:buChar char="o"/>
              <a:defRPr b="0" i="0" sz="1200" u="none" cap="none" strike="noStrike">
                <a:solidFill>
                  <a:srgbClr val="3D3C3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4" name="Google Shape;174;p36"/>
          <p:cNvSpPr txBox="1"/>
          <p:nvPr>
            <p:ph idx="6" type="body"/>
          </p:nvPr>
        </p:nvSpPr>
        <p:spPr>
          <a:xfrm>
            <a:off x="8367489" y="2529840"/>
            <a:ext cx="3054095" cy="3248660"/>
          </a:xfrm>
          <a:prstGeom prst="rect">
            <a:avLst/>
          </a:prstGeom>
          <a:solidFill>
            <a:schemeClr val="lt2"/>
          </a:solidFill>
          <a:ln>
            <a:noFill/>
          </a:ln>
        </p:spPr>
        <p:txBody>
          <a:bodyPr anchorCtr="0" anchor="t" bIns="45700" lIns="91425" spcFirstLastPara="1" rIns="91425" wrap="square" tIns="45700">
            <a:noAutofit/>
          </a:bodyPr>
          <a:lstStyle>
            <a:lvl1pPr indent="-304800" lvl="0" marL="457200" marR="0" rtl="0" algn="l">
              <a:lnSpc>
                <a:spcPct val="90000"/>
              </a:lnSpc>
              <a:spcBef>
                <a:spcPts val="10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1pPr>
            <a:lvl2pPr indent="-304800" lvl="1" marL="914400" marR="0" rtl="0" algn="l">
              <a:lnSpc>
                <a:spcPct val="90000"/>
              </a:lnSpc>
              <a:spcBef>
                <a:spcPts val="500"/>
              </a:spcBef>
              <a:spcAft>
                <a:spcPts val="0"/>
              </a:spcAft>
              <a:buClr>
                <a:srgbClr val="3D3C3C"/>
              </a:buClr>
              <a:buSzPts val="1200"/>
              <a:buFont typeface="Courier New"/>
              <a:buChar char="o"/>
              <a:defRPr b="0" i="0" sz="1200" u="none" cap="none" strike="noStrike">
                <a:solidFill>
                  <a:srgbClr val="3D3C3C"/>
                </a:solidFill>
                <a:latin typeface="Arial"/>
                <a:ea typeface="Arial"/>
                <a:cs typeface="Arial"/>
                <a:sym typeface="Arial"/>
              </a:defRPr>
            </a:lvl2pPr>
            <a:lvl3pPr indent="-304800" lvl="2" marL="13716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3pPr>
            <a:lvl4pPr indent="-304800" lvl="3" marL="18288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4pPr>
            <a:lvl5pPr indent="-304800" lvl="4" marL="2286000" marR="0" rtl="0" algn="l">
              <a:lnSpc>
                <a:spcPct val="90000"/>
              </a:lnSpc>
              <a:spcBef>
                <a:spcPts val="500"/>
              </a:spcBef>
              <a:spcAft>
                <a:spcPts val="0"/>
              </a:spcAft>
              <a:buClr>
                <a:srgbClr val="3D3C3C"/>
              </a:buClr>
              <a:buSzPts val="1200"/>
              <a:buFont typeface="Courier New"/>
              <a:buChar char="o"/>
              <a:defRPr b="0" i="0" sz="1200" u="none" cap="none" strike="noStrike">
                <a:solidFill>
                  <a:srgbClr val="3D3C3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5" name="Google Shape;175;p3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76" name="Google Shape;176;p3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77" name="Google Shape;177;p3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178" name="Google Shape;178;p36"/>
          <p:cNvSpPr txBox="1"/>
          <p:nvPr>
            <p:ph type="title"/>
          </p:nvPr>
        </p:nvSpPr>
        <p:spPr>
          <a:xfrm>
            <a:off x="391886" y="2766218"/>
            <a:ext cx="4728754"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2">
  <p:cSld name="Content with Caption 2">
    <p:bg>
      <p:bgPr>
        <a:solidFill>
          <a:srgbClr val="29707A"/>
        </a:solidFill>
      </p:bgPr>
    </p:bg>
    <p:spTree>
      <p:nvGrpSpPr>
        <p:cNvPr id="179" name="Shape 179"/>
        <p:cNvGrpSpPr/>
        <p:nvPr/>
      </p:nvGrpSpPr>
      <p:grpSpPr>
        <a:xfrm>
          <a:off x="0" y="0"/>
          <a:ext cx="0" cy="0"/>
          <a:chOff x="0" y="0"/>
          <a:chExt cx="0" cy="0"/>
        </a:xfrm>
      </p:grpSpPr>
      <p:sp>
        <p:nvSpPr>
          <p:cNvPr id="180" name="Google Shape;180;p37"/>
          <p:cNvSpPr txBox="1"/>
          <p:nvPr>
            <p:ph idx="1" type="body"/>
          </p:nvPr>
        </p:nvSpPr>
        <p:spPr>
          <a:xfrm>
            <a:off x="4308231" y="371475"/>
            <a:ext cx="7663107" cy="5754688"/>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1" name="Google Shape;181;p37"/>
          <p:cNvSpPr txBox="1"/>
          <p:nvPr>
            <p:ph idx="2" type="body"/>
          </p:nvPr>
        </p:nvSpPr>
        <p:spPr>
          <a:xfrm>
            <a:off x="228600" y="2072640"/>
            <a:ext cx="2962153" cy="4053523"/>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2pPr>
            <a:lvl3pPr indent="-228600" lvl="2" marL="1371600" marR="0" rtl="0" algn="l">
              <a:lnSpc>
                <a:spcPct val="90000"/>
              </a:lnSpc>
              <a:spcBef>
                <a:spcPts val="5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3pPr>
            <a:lvl4pPr indent="-228600" lvl="3" marL="1828800" marR="0" rtl="0" algn="l">
              <a:lnSpc>
                <a:spcPct val="90000"/>
              </a:lnSpc>
              <a:spcBef>
                <a:spcPts val="5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4pPr>
            <a:lvl5pPr indent="-228600" lvl="4" marL="2286000" marR="0" rtl="0" algn="l">
              <a:lnSpc>
                <a:spcPct val="90000"/>
              </a:lnSpc>
              <a:spcBef>
                <a:spcPts val="50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2" name="Google Shape;182;p37"/>
          <p:cNvSpPr txBox="1"/>
          <p:nvPr>
            <p:ph type="title"/>
          </p:nvPr>
        </p:nvSpPr>
        <p:spPr>
          <a:xfrm>
            <a:off x="250146" y="365126"/>
            <a:ext cx="2940607" cy="147383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8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183" name="Shape 183"/>
        <p:cNvGrpSpPr/>
        <p:nvPr/>
      </p:nvGrpSpPr>
      <p:grpSpPr>
        <a:xfrm>
          <a:off x="0" y="0"/>
          <a:ext cx="0" cy="0"/>
          <a:chOff x="0" y="0"/>
          <a:chExt cx="0" cy="0"/>
        </a:xfrm>
      </p:grpSpPr>
      <p:sp>
        <p:nvSpPr>
          <p:cNvPr id="184" name="Google Shape;184;p38"/>
          <p:cNvSpPr/>
          <p:nvPr>
            <p:ph idx="2" type="pic"/>
          </p:nvPr>
        </p:nvSpPr>
        <p:spPr>
          <a:xfrm>
            <a:off x="6184264" y="0"/>
            <a:ext cx="6021071" cy="6858000"/>
          </a:xfrm>
          <a:prstGeom prst="rect">
            <a:avLst/>
          </a:prstGeom>
          <a:noFill/>
          <a:ln>
            <a:noFill/>
          </a:ln>
        </p:spPr>
      </p:sp>
      <p:sp>
        <p:nvSpPr>
          <p:cNvPr id="185" name="Google Shape;185;p38"/>
          <p:cNvSpPr txBox="1"/>
          <p:nvPr>
            <p:ph idx="1" type="body"/>
          </p:nvPr>
        </p:nvSpPr>
        <p:spPr>
          <a:xfrm>
            <a:off x="250145" y="1676400"/>
            <a:ext cx="5773146" cy="4478032"/>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Courier New"/>
              <a:buChar char="o"/>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Courier New"/>
              <a:buChar char="o"/>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6" name="Google Shape;186;p38"/>
          <p:cNvSpPr txBox="1"/>
          <p:nvPr>
            <p:ph idx="10" type="dt"/>
          </p:nvPr>
        </p:nvSpPr>
        <p:spPr>
          <a:xfrm>
            <a:off x="1148080" y="6356350"/>
            <a:ext cx="100584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7" name="Google Shape;187;p38"/>
          <p:cNvSpPr txBox="1"/>
          <p:nvPr>
            <p:ph idx="11" type="ftr"/>
          </p:nvPr>
        </p:nvSpPr>
        <p:spPr>
          <a:xfrm>
            <a:off x="2314892" y="6356350"/>
            <a:ext cx="3151188"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8" name="Google Shape;188;p38"/>
          <p:cNvSpPr txBox="1"/>
          <p:nvPr>
            <p:ph idx="12" type="sldNum"/>
          </p:nvPr>
        </p:nvSpPr>
        <p:spPr>
          <a:xfrm>
            <a:off x="5627052" y="6356350"/>
            <a:ext cx="39624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189" name="Google Shape;189;p38"/>
          <p:cNvSpPr txBox="1"/>
          <p:nvPr>
            <p:ph type="title"/>
          </p:nvPr>
        </p:nvSpPr>
        <p:spPr>
          <a:xfrm>
            <a:off x="250146" y="365125"/>
            <a:ext cx="5773146" cy="1108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90" name="Shape 190"/>
        <p:cNvGrpSpPr/>
        <p:nvPr/>
      </p:nvGrpSpPr>
      <p:grpSpPr>
        <a:xfrm>
          <a:off x="0" y="0"/>
          <a:ext cx="0" cy="0"/>
          <a:chOff x="0" y="0"/>
          <a:chExt cx="0" cy="0"/>
        </a:xfrm>
      </p:grpSpPr>
      <p:sp>
        <p:nvSpPr>
          <p:cNvPr id="191" name="Google Shape;191;p39"/>
          <p:cNvSpPr txBox="1"/>
          <p:nvPr>
            <p:ph type="title"/>
          </p:nvPr>
        </p:nvSpPr>
        <p:spPr>
          <a:xfrm>
            <a:off x="391886" y="2766218"/>
            <a:ext cx="4728754"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39"/>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3" name="Google Shape;193;p3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4" name="Google Shape;194;p3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3 Column icons numbers">
  <p:cSld name="1_3 Column icons numbers">
    <p:bg>
      <p:bgPr>
        <a:solidFill>
          <a:schemeClr val="lt2"/>
        </a:solidFill>
      </p:bgPr>
    </p:bg>
    <p:spTree>
      <p:nvGrpSpPr>
        <p:cNvPr id="195" name="Shape 195"/>
        <p:cNvGrpSpPr/>
        <p:nvPr/>
      </p:nvGrpSpPr>
      <p:grpSpPr>
        <a:xfrm>
          <a:off x="0" y="0"/>
          <a:ext cx="0" cy="0"/>
          <a:chOff x="0" y="0"/>
          <a:chExt cx="0" cy="0"/>
        </a:xfrm>
      </p:grpSpPr>
      <p:sp>
        <p:nvSpPr>
          <p:cNvPr id="196" name="Google Shape;196;p40"/>
          <p:cNvSpPr txBox="1"/>
          <p:nvPr>
            <p:ph idx="1" type="body"/>
          </p:nvPr>
        </p:nvSpPr>
        <p:spPr>
          <a:xfrm>
            <a:off x="246523" y="1601470"/>
            <a:ext cx="822960" cy="822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D3C3C"/>
              </a:buClr>
              <a:buSzPts val="1600"/>
              <a:buFont typeface="Arial"/>
              <a:buNone/>
              <a:defRPr b="0" i="0" sz="1600" u="none" cap="none" strike="noStrike">
                <a:solidFill>
                  <a:srgbClr val="3D3C3C"/>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7" name="Google Shape;197;p40"/>
          <p:cNvSpPr txBox="1"/>
          <p:nvPr>
            <p:ph idx="2" type="body"/>
          </p:nvPr>
        </p:nvSpPr>
        <p:spPr>
          <a:xfrm>
            <a:off x="1148080" y="1601470"/>
            <a:ext cx="2573163" cy="82296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8" name="Google Shape;198;p40"/>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9" name="Google Shape;199;p4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00" name="Google Shape;200;p4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01" name="Google Shape;201;p40"/>
          <p:cNvSpPr txBox="1"/>
          <p:nvPr>
            <p:ph type="title"/>
          </p:nvPr>
        </p:nvSpPr>
        <p:spPr>
          <a:xfrm>
            <a:off x="391886" y="2766218"/>
            <a:ext cx="4728754"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p40"/>
          <p:cNvSpPr txBox="1"/>
          <p:nvPr>
            <p:ph idx="3" type="body"/>
          </p:nvPr>
        </p:nvSpPr>
        <p:spPr>
          <a:xfrm>
            <a:off x="246522" y="2511247"/>
            <a:ext cx="3474720" cy="3716833"/>
          </a:xfrm>
          <a:prstGeom prst="rect">
            <a:avLst/>
          </a:prstGeom>
          <a:noFill/>
          <a:ln>
            <a:noFill/>
          </a:ln>
        </p:spPr>
        <p:txBody>
          <a:bodyPr anchorCtr="0" anchor="t" bIns="45700" lIns="91425" spcFirstLastPara="1" rIns="91425" wrap="square" tIns="45700">
            <a:normAutofit/>
          </a:bodyPr>
          <a:lstStyle>
            <a:lvl1pPr indent="-298450" lvl="0" marL="457200" marR="0" rtl="0" algn="l">
              <a:lnSpc>
                <a:spcPct val="90000"/>
              </a:lnSpc>
              <a:spcBef>
                <a:spcPts val="1000"/>
              </a:spcBef>
              <a:spcAft>
                <a:spcPts val="0"/>
              </a:spcAft>
              <a:buClr>
                <a:srgbClr val="3D3C3C"/>
              </a:buClr>
              <a:buSzPts val="1100"/>
              <a:buFont typeface="Arial"/>
              <a:buChar char="•"/>
              <a:defRPr b="0" i="0" sz="1100" u="none" cap="none" strike="noStrike">
                <a:solidFill>
                  <a:srgbClr val="3D3C3C"/>
                </a:solidFill>
                <a:latin typeface="Arial"/>
                <a:ea typeface="Arial"/>
                <a:cs typeface="Arial"/>
                <a:sym typeface="Arial"/>
              </a:defRPr>
            </a:lvl1pPr>
            <a:lvl2pPr indent="-298450" lvl="1" marL="914400" marR="0" rtl="0" algn="l">
              <a:lnSpc>
                <a:spcPct val="90000"/>
              </a:lnSpc>
              <a:spcBef>
                <a:spcPts val="500"/>
              </a:spcBef>
              <a:spcAft>
                <a:spcPts val="0"/>
              </a:spcAft>
              <a:buClr>
                <a:srgbClr val="3D3C3C"/>
              </a:buClr>
              <a:buSzPts val="1100"/>
              <a:buFont typeface="Arial"/>
              <a:buChar char="•"/>
              <a:defRPr b="0" i="0" sz="1100" u="none" cap="none" strike="noStrike">
                <a:solidFill>
                  <a:srgbClr val="3D3C3C"/>
                </a:solidFill>
                <a:latin typeface="Arial"/>
                <a:ea typeface="Arial"/>
                <a:cs typeface="Arial"/>
                <a:sym typeface="Arial"/>
              </a:defRPr>
            </a:lvl2pPr>
            <a:lvl3pPr indent="-298450" lvl="2" marL="1371600" marR="0" rtl="0" algn="l">
              <a:lnSpc>
                <a:spcPct val="90000"/>
              </a:lnSpc>
              <a:spcBef>
                <a:spcPts val="500"/>
              </a:spcBef>
              <a:spcAft>
                <a:spcPts val="0"/>
              </a:spcAft>
              <a:buClr>
                <a:srgbClr val="3D3C3C"/>
              </a:buClr>
              <a:buSzPts val="1100"/>
              <a:buFont typeface="Arial"/>
              <a:buChar char="-"/>
              <a:defRPr b="0" i="0" sz="1100" u="none" cap="none" strike="noStrike">
                <a:solidFill>
                  <a:srgbClr val="3D3C3C"/>
                </a:solidFill>
                <a:latin typeface="Arial"/>
                <a:ea typeface="Arial"/>
                <a:cs typeface="Arial"/>
                <a:sym typeface="Arial"/>
              </a:defRPr>
            </a:lvl3pPr>
            <a:lvl4pPr indent="-298450" lvl="3" marL="1828800" marR="0" rtl="0" algn="l">
              <a:lnSpc>
                <a:spcPct val="90000"/>
              </a:lnSpc>
              <a:spcBef>
                <a:spcPts val="500"/>
              </a:spcBef>
              <a:spcAft>
                <a:spcPts val="0"/>
              </a:spcAft>
              <a:buClr>
                <a:srgbClr val="3D3C3C"/>
              </a:buClr>
              <a:buSzPts val="1100"/>
              <a:buFont typeface="Arial"/>
              <a:buChar char="•"/>
              <a:defRPr b="0" i="0" sz="1100" u="none" cap="none" strike="noStrike">
                <a:solidFill>
                  <a:srgbClr val="3D3C3C"/>
                </a:solidFill>
                <a:latin typeface="Arial"/>
                <a:ea typeface="Arial"/>
                <a:cs typeface="Arial"/>
                <a:sym typeface="Arial"/>
              </a:defRPr>
            </a:lvl4pPr>
            <a:lvl5pPr indent="-298450" lvl="4" marL="2286000" marR="0" rtl="0" algn="l">
              <a:lnSpc>
                <a:spcPct val="90000"/>
              </a:lnSpc>
              <a:spcBef>
                <a:spcPts val="500"/>
              </a:spcBef>
              <a:spcAft>
                <a:spcPts val="0"/>
              </a:spcAft>
              <a:buClr>
                <a:srgbClr val="3D3C3C"/>
              </a:buClr>
              <a:buSzPts val="1100"/>
              <a:buFont typeface="Arial"/>
              <a:buChar char="•"/>
              <a:defRPr b="0" i="0" sz="1100" u="none" cap="none" strike="noStrike">
                <a:solidFill>
                  <a:srgbClr val="3D3C3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3" name="Google Shape;203;p40"/>
          <p:cNvSpPr txBox="1"/>
          <p:nvPr>
            <p:ph idx="4" type="body"/>
          </p:nvPr>
        </p:nvSpPr>
        <p:spPr>
          <a:xfrm>
            <a:off x="4355397" y="2511247"/>
            <a:ext cx="3474720" cy="3716833"/>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0000"/>
              </a:lnSpc>
              <a:spcBef>
                <a:spcPts val="10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1pPr>
            <a:lvl2pPr indent="-304800" lvl="1" marL="9144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2pPr>
            <a:lvl3pPr indent="-304800" lvl="2" marL="13716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3pPr>
            <a:lvl4pPr indent="-304800" lvl="3" marL="18288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4pPr>
            <a:lvl5pPr indent="-304800" lvl="4" marL="22860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4" name="Google Shape;204;p40"/>
          <p:cNvSpPr txBox="1"/>
          <p:nvPr>
            <p:ph idx="5" type="body"/>
          </p:nvPr>
        </p:nvSpPr>
        <p:spPr>
          <a:xfrm>
            <a:off x="8470759" y="2511247"/>
            <a:ext cx="3474720" cy="3716833"/>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0000"/>
              </a:lnSpc>
              <a:spcBef>
                <a:spcPts val="10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1pPr>
            <a:lvl2pPr indent="-304800" lvl="1" marL="9144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2pPr>
            <a:lvl3pPr indent="-304800" lvl="2" marL="13716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3pPr>
            <a:lvl4pPr indent="-304800" lvl="3" marL="18288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4pPr>
            <a:lvl5pPr indent="-304800" lvl="4" marL="22860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5" name="Google Shape;205;p40"/>
          <p:cNvSpPr txBox="1"/>
          <p:nvPr>
            <p:ph idx="6" type="body"/>
          </p:nvPr>
        </p:nvSpPr>
        <p:spPr>
          <a:xfrm>
            <a:off x="4355397" y="1601470"/>
            <a:ext cx="822960" cy="822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D3C3C"/>
              </a:buClr>
              <a:buSzPts val="1600"/>
              <a:buFont typeface="Arial"/>
              <a:buNone/>
              <a:defRPr b="0" i="0" sz="1600" u="none" cap="none" strike="noStrike">
                <a:solidFill>
                  <a:srgbClr val="3D3C3C"/>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6" name="Google Shape;206;p40"/>
          <p:cNvSpPr txBox="1"/>
          <p:nvPr>
            <p:ph idx="7" type="body"/>
          </p:nvPr>
        </p:nvSpPr>
        <p:spPr>
          <a:xfrm>
            <a:off x="5261115" y="1601470"/>
            <a:ext cx="2569002" cy="82296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7" name="Google Shape;207;p40"/>
          <p:cNvSpPr txBox="1"/>
          <p:nvPr>
            <p:ph idx="8" type="body"/>
          </p:nvPr>
        </p:nvSpPr>
        <p:spPr>
          <a:xfrm>
            <a:off x="8470757" y="1601470"/>
            <a:ext cx="822960" cy="822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D3C3C"/>
              </a:buClr>
              <a:buSzPts val="1600"/>
              <a:buFont typeface="Arial"/>
              <a:buNone/>
              <a:defRPr b="0" i="0" sz="1600" u="none" cap="none" strike="noStrike">
                <a:solidFill>
                  <a:srgbClr val="3D3C3C"/>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8" name="Google Shape;208;p40"/>
          <p:cNvSpPr txBox="1"/>
          <p:nvPr>
            <p:ph idx="9" type="body"/>
          </p:nvPr>
        </p:nvSpPr>
        <p:spPr>
          <a:xfrm>
            <a:off x="9376475" y="1601470"/>
            <a:ext cx="2569002" cy="82296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cxnSp>
        <p:nvCxnSpPr>
          <p:cNvPr id="209" name="Google Shape;209;p40"/>
          <p:cNvCxnSpPr/>
          <p:nvPr/>
        </p:nvCxnSpPr>
        <p:spPr>
          <a:xfrm>
            <a:off x="4014107" y="1601470"/>
            <a:ext cx="0" cy="4626610"/>
          </a:xfrm>
          <a:prstGeom prst="straightConnector1">
            <a:avLst/>
          </a:prstGeom>
          <a:noFill/>
          <a:ln cap="flat" cmpd="sng" w="9525">
            <a:solidFill>
              <a:schemeClr val="accent5"/>
            </a:solidFill>
            <a:prstDash val="solid"/>
            <a:miter lim="800000"/>
            <a:headEnd len="sm" w="sm" type="none"/>
            <a:tailEnd len="sm" w="sm" type="none"/>
          </a:ln>
        </p:spPr>
      </p:cxnSp>
      <p:cxnSp>
        <p:nvCxnSpPr>
          <p:cNvPr id="210" name="Google Shape;210;p40"/>
          <p:cNvCxnSpPr/>
          <p:nvPr/>
        </p:nvCxnSpPr>
        <p:spPr>
          <a:xfrm>
            <a:off x="8150679" y="1601470"/>
            <a:ext cx="0" cy="4626610"/>
          </a:xfrm>
          <a:prstGeom prst="straightConnector1">
            <a:avLst/>
          </a:prstGeom>
          <a:noFill/>
          <a:ln cap="flat" cmpd="sng" w="9525">
            <a:solidFill>
              <a:schemeClr val="accent5"/>
            </a:solidFill>
            <a:prstDash val="solid"/>
            <a:miter lim="800000"/>
            <a:headEnd len="sm" w="sm" type="none"/>
            <a:tailEnd len="sm" w="sm"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211" name="Shape 211"/>
        <p:cNvGrpSpPr/>
        <p:nvPr/>
      </p:nvGrpSpPr>
      <p:grpSpPr>
        <a:xfrm>
          <a:off x="0" y="0"/>
          <a:ext cx="0" cy="0"/>
          <a:chOff x="0" y="0"/>
          <a:chExt cx="0" cy="0"/>
        </a:xfrm>
      </p:grpSpPr>
      <p:sp>
        <p:nvSpPr>
          <p:cNvPr id="212" name="Google Shape;212;p41"/>
          <p:cNvSpPr/>
          <p:nvPr>
            <p:ph idx="2" type="pic"/>
          </p:nvPr>
        </p:nvSpPr>
        <p:spPr>
          <a:xfrm>
            <a:off x="6096000" y="1676400"/>
            <a:ext cx="5842000" cy="4508500"/>
          </a:xfrm>
          <a:prstGeom prst="rect">
            <a:avLst/>
          </a:prstGeom>
          <a:noFill/>
          <a:ln>
            <a:noFill/>
          </a:ln>
        </p:spPr>
      </p:sp>
      <p:sp>
        <p:nvSpPr>
          <p:cNvPr id="213" name="Google Shape;213;p4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14" name="Google Shape;214;p4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15" name="Google Shape;215;p41"/>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16" name="Google Shape;216;p41"/>
          <p:cNvSpPr txBox="1"/>
          <p:nvPr>
            <p:ph type="title"/>
          </p:nvPr>
        </p:nvSpPr>
        <p:spPr>
          <a:xfrm>
            <a:off x="391886" y="2766218"/>
            <a:ext cx="4728754"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p41"/>
          <p:cNvSpPr txBox="1"/>
          <p:nvPr>
            <p:ph idx="1" type="body"/>
          </p:nvPr>
        </p:nvSpPr>
        <p:spPr>
          <a:xfrm>
            <a:off x="250146" y="1696720"/>
            <a:ext cx="5669280" cy="4457712"/>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Courier New"/>
              <a:buChar char="o"/>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Courier New"/>
              <a:buChar char="o"/>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icons numbers">
  <p:cSld name="3 Column icons numbers">
    <p:bg>
      <p:bgPr>
        <a:solidFill>
          <a:schemeClr val="lt2"/>
        </a:solidFill>
      </p:bgPr>
    </p:bg>
    <p:spTree>
      <p:nvGrpSpPr>
        <p:cNvPr id="218" name="Shape 218"/>
        <p:cNvGrpSpPr/>
        <p:nvPr/>
      </p:nvGrpSpPr>
      <p:grpSpPr>
        <a:xfrm>
          <a:off x="0" y="0"/>
          <a:ext cx="0" cy="0"/>
          <a:chOff x="0" y="0"/>
          <a:chExt cx="0" cy="0"/>
        </a:xfrm>
      </p:grpSpPr>
      <p:sp>
        <p:nvSpPr>
          <p:cNvPr id="219" name="Google Shape;219;p42"/>
          <p:cNvSpPr txBox="1"/>
          <p:nvPr>
            <p:ph idx="1" type="body"/>
          </p:nvPr>
        </p:nvSpPr>
        <p:spPr>
          <a:xfrm>
            <a:off x="246523" y="1601470"/>
            <a:ext cx="822960" cy="822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D3C3C"/>
              </a:buClr>
              <a:buSzPts val="1600"/>
              <a:buFont typeface="Arial"/>
              <a:buNone/>
              <a:defRPr b="0" i="0" sz="1600" u="none" cap="none" strike="noStrike">
                <a:solidFill>
                  <a:srgbClr val="3D3C3C"/>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0" name="Google Shape;220;p42"/>
          <p:cNvSpPr txBox="1"/>
          <p:nvPr>
            <p:ph idx="2" type="body"/>
          </p:nvPr>
        </p:nvSpPr>
        <p:spPr>
          <a:xfrm>
            <a:off x="1148080" y="1601470"/>
            <a:ext cx="2573163" cy="82296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1" name="Google Shape;221;p42"/>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22" name="Google Shape;222;p4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23" name="Google Shape;223;p42"/>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24" name="Google Shape;224;p42"/>
          <p:cNvSpPr txBox="1"/>
          <p:nvPr>
            <p:ph type="title"/>
          </p:nvPr>
        </p:nvSpPr>
        <p:spPr>
          <a:xfrm>
            <a:off x="391886" y="2766218"/>
            <a:ext cx="4728754"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5" name="Google Shape;225;p42"/>
          <p:cNvSpPr txBox="1"/>
          <p:nvPr>
            <p:ph idx="3" type="body"/>
          </p:nvPr>
        </p:nvSpPr>
        <p:spPr>
          <a:xfrm>
            <a:off x="246522" y="2511247"/>
            <a:ext cx="3474720" cy="3716833"/>
          </a:xfrm>
          <a:prstGeom prst="rect">
            <a:avLst/>
          </a:prstGeom>
          <a:noFill/>
          <a:ln>
            <a:noFill/>
          </a:ln>
        </p:spPr>
        <p:txBody>
          <a:bodyPr anchorCtr="0" anchor="t" bIns="45700" lIns="91425" spcFirstLastPara="1" rIns="91425" wrap="square" tIns="45700">
            <a:normAutofit/>
          </a:bodyPr>
          <a:lstStyle>
            <a:lvl1pPr indent="-298450" lvl="0" marL="457200" marR="0" rtl="0" algn="l">
              <a:lnSpc>
                <a:spcPct val="90000"/>
              </a:lnSpc>
              <a:spcBef>
                <a:spcPts val="1000"/>
              </a:spcBef>
              <a:spcAft>
                <a:spcPts val="0"/>
              </a:spcAft>
              <a:buClr>
                <a:srgbClr val="3D3C3C"/>
              </a:buClr>
              <a:buSzPts val="1100"/>
              <a:buFont typeface="Arial"/>
              <a:buChar char="•"/>
              <a:defRPr b="0" i="0" sz="1100" u="none" cap="none" strike="noStrike">
                <a:solidFill>
                  <a:srgbClr val="3D3C3C"/>
                </a:solidFill>
                <a:latin typeface="Arial"/>
                <a:ea typeface="Arial"/>
                <a:cs typeface="Arial"/>
                <a:sym typeface="Arial"/>
              </a:defRPr>
            </a:lvl1pPr>
            <a:lvl2pPr indent="-298450" lvl="1" marL="914400" marR="0" rtl="0" algn="l">
              <a:lnSpc>
                <a:spcPct val="90000"/>
              </a:lnSpc>
              <a:spcBef>
                <a:spcPts val="500"/>
              </a:spcBef>
              <a:spcAft>
                <a:spcPts val="0"/>
              </a:spcAft>
              <a:buClr>
                <a:srgbClr val="3D3C3C"/>
              </a:buClr>
              <a:buSzPts val="1100"/>
              <a:buFont typeface="Arial"/>
              <a:buChar char="•"/>
              <a:defRPr b="0" i="0" sz="1100" u="none" cap="none" strike="noStrike">
                <a:solidFill>
                  <a:srgbClr val="3D3C3C"/>
                </a:solidFill>
                <a:latin typeface="Arial"/>
                <a:ea typeface="Arial"/>
                <a:cs typeface="Arial"/>
                <a:sym typeface="Arial"/>
              </a:defRPr>
            </a:lvl2pPr>
            <a:lvl3pPr indent="-298450" lvl="2" marL="1371600" marR="0" rtl="0" algn="l">
              <a:lnSpc>
                <a:spcPct val="90000"/>
              </a:lnSpc>
              <a:spcBef>
                <a:spcPts val="500"/>
              </a:spcBef>
              <a:spcAft>
                <a:spcPts val="0"/>
              </a:spcAft>
              <a:buClr>
                <a:srgbClr val="3D3C3C"/>
              </a:buClr>
              <a:buSzPts val="1100"/>
              <a:buFont typeface="Arial"/>
              <a:buChar char="-"/>
              <a:defRPr b="0" i="0" sz="1100" u="none" cap="none" strike="noStrike">
                <a:solidFill>
                  <a:srgbClr val="3D3C3C"/>
                </a:solidFill>
                <a:latin typeface="Arial"/>
                <a:ea typeface="Arial"/>
                <a:cs typeface="Arial"/>
                <a:sym typeface="Arial"/>
              </a:defRPr>
            </a:lvl3pPr>
            <a:lvl4pPr indent="-298450" lvl="3" marL="1828800" marR="0" rtl="0" algn="l">
              <a:lnSpc>
                <a:spcPct val="90000"/>
              </a:lnSpc>
              <a:spcBef>
                <a:spcPts val="500"/>
              </a:spcBef>
              <a:spcAft>
                <a:spcPts val="0"/>
              </a:spcAft>
              <a:buClr>
                <a:srgbClr val="3D3C3C"/>
              </a:buClr>
              <a:buSzPts val="1100"/>
              <a:buFont typeface="Arial"/>
              <a:buChar char="•"/>
              <a:defRPr b="0" i="0" sz="1100" u="none" cap="none" strike="noStrike">
                <a:solidFill>
                  <a:srgbClr val="3D3C3C"/>
                </a:solidFill>
                <a:latin typeface="Arial"/>
                <a:ea typeface="Arial"/>
                <a:cs typeface="Arial"/>
                <a:sym typeface="Arial"/>
              </a:defRPr>
            </a:lvl4pPr>
            <a:lvl5pPr indent="-298450" lvl="4" marL="2286000" marR="0" rtl="0" algn="l">
              <a:lnSpc>
                <a:spcPct val="90000"/>
              </a:lnSpc>
              <a:spcBef>
                <a:spcPts val="500"/>
              </a:spcBef>
              <a:spcAft>
                <a:spcPts val="0"/>
              </a:spcAft>
              <a:buClr>
                <a:srgbClr val="3D3C3C"/>
              </a:buClr>
              <a:buSzPts val="1100"/>
              <a:buFont typeface="Arial"/>
              <a:buChar char="•"/>
              <a:defRPr b="0" i="0" sz="1100" u="none" cap="none" strike="noStrike">
                <a:solidFill>
                  <a:srgbClr val="3D3C3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6" name="Google Shape;226;p42"/>
          <p:cNvSpPr txBox="1"/>
          <p:nvPr>
            <p:ph idx="4" type="body"/>
          </p:nvPr>
        </p:nvSpPr>
        <p:spPr>
          <a:xfrm>
            <a:off x="4355397" y="2511247"/>
            <a:ext cx="3474720" cy="3716833"/>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0000"/>
              </a:lnSpc>
              <a:spcBef>
                <a:spcPts val="10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1pPr>
            <a:lvl2pPr indent="-304800" lvl="1" marL="9144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2pPr>
            <a:lvl3pPr indent="-304800" lvl="2" marL="13716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3pPr>
            <a:lvl4pPr indent="-304800" lvl="3" marL="18288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4pPr>
            <a:lvl5pPr indent="-304800" lvl="4" marL="22860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7" name="Google Shape;227;p42"/>
          <p:cNvSpPr txBox="1"/>
          <p:nvPr>
            <p:ph idx="5" type="body"/>
          </p:nvPr>
        </p:nvSpPr>
        <p:spPr>
          <a:xfrm>
            <a:off x="8470759" y="2511247"/>
            <a:ext cx="3474720" cy="3716833"/>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0000"/>
              </a:lnSpc>
              <a:spcBef>
                <a:spcPts val="10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1pPr>
            <a:lvl2pPr indent="-304800" lvl="1" marL="9144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2pPr>
            <a:lvl3pPr indent="-304800" lvl="2" marL="13716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3pPr>
            <a:lvl4pPr indent="-304800" lvl="3" marL="18288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4pPr>
            <a:lvl5pPr indent="-304800" lvl="4" marL="2286000" marR="0" rtl="0" algn="l">
              <a:lnSpc>
                <a:spcPct val="90000"/>
              </a:lnSpc>
              <a:spcBef>
                <a:spcPts val="500"/>
              </a:spcBef>
              <a:spcAft>
                <a:spcPts val="0"/>
              </a:spcAft>
              <a:buClr>
                <a:srgbClr val="3D3C3C"/>
              </a:buClr>
              <a:buSzPts val="1200"/>
              <a:buFont typeface="Arial"/>
              <a:buChar char="•"/>
              <a:defRPr b="0" i="0" sz="1200" u="none" cap="none" strike="noStrike">
                <a:solidFill>
                  <a:srgbClr val="3D3C3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8" name="Google Shape;228;p42"/>
          <p:cNvSpPr txBox="1"/>
          <p:nvPr>
            <p:ph idx="6" type="body"/>
          </p:nvPr>
        </p:nvSpPr>
        <p:spPr>
          <a:xfrm>
            <a:off x="4355397" y="1601470"/>
            <a:ext cx="822960" cy="822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D3C3C"/>
              </a:buClr>
              <a:buSzPts val="1600"/>
              <a:buFont typeface="Arial"/>
              <a:buNone/>
              <a:defRPr b="0" i="0" sz="1600" u="none" cap="none" strike="noStrike">
                <a:solidFill>
                  <a:srgbClr val="3D3C3C"/>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9" name="Google Shape;229;p42"/>
          <p:cNvSpPr txBox="1"/>
          <p:nvPr>
            <p:ph idx="7" type="body"/>
          </p:nvPr>
        </p:nvSpPr>
        <p:spPr>
          <a:xfrm>
            <a:off x="5261115" y="1601470"/>
            <a:ext cx="2569002" cy="82296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30" name="Google Shape;230;p42"/>
          <p:cNvSpPr txBox="1"/>
          <p:nvPr>
            <p:ph idx="8" type="body"/>
          </p:nvPr>
        </p:nvSpPr>
        <p:spPr>
          <a:xfrm>
            <a:off x="8470757" y="1601470"/>
            <a:ext cx="822960" cy="822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D3C3C"/>
              </a:buClr>
              <a:buSzPts val="1600"/>
              <a:buFont typeface="Arial"/>
              <a:buNone/>
              <a:defRPr b="0" i="0" sz="1600" u="none" cap="none" strike="noStrike">
                <a:solidFill>
                  <a:srgbClr val="3D3C3C"/>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31" name="Google Shape;231;p42"/>
          <p:cNvSpPr txBox="1"/>
          <p:nvPr>
            <p:ph idx="9" type="body"/>
          </p:nvPr>
        </p:nvSpPr>
        <p:spPr>
          <a:xfrm>
            <a:off x="9376475" y="1601470"/>
            <a:ext cx="2569002" cy="82296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ummary">
  <p:cSld name="Chapter Summary">
    <p:spTree>
      <p:nvGrpSpPr>
        <p:cNvPr id="239" name="Shape 239"/>
        <p:cNvGrpSpPr/>
        <p:nvPr/>
      </p:nvGrpSpPr>
      <p:grpSpPr>
        <a:xfrm>
          <a:off x="0" y="0"/>
          <a:ext cx="0" cy="0"/>
          <a:chOff x="0" y="0"/>
          <a:chExt cx="0" cy="0"/>
        </a:xfrm>
      </p:grpSpPr>
      <p:sp>
        <p:nvSpPr>
          <p:cNvPr id="240" name="Google Shape;240;p11"/>
          <p:cNvSpPr txBox="1"/>
          <p:nvPr>
            <p:ph idx="1" type="body"/>
          </p:nvPr>
        </p:nvSpPr>
        <p:spPr>
          <a:xfrm>
            <a:off x="217449" y="1180060"/>
            <a:ext cx="1042290" cy="2971902"/>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1000"/>
              </a:spcBef>
              <a:spcAft>
                <a:spcPts val="0"/>
              </a:spcAft>
              <a:buSzPts val="2400"/>
              <a:buNone/>
              <a:defRPr b="0" i="0"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 name="Google Shape;241;p11"/>
          <p:cNvSpPr txBox="1"/>
          <p:nvPr>
            <p:ph idx="2" type="body"/>
          </p:nvPr>
        </p:nvSpPr>
        <p:spPr>
          <a:xfrm>
            <a:off x="1512849" y="1180059"/>
            <a:ext cx="7420028" cy="422253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rgbClr val="042315"/>
              </a:buClr>
              <a:buSzPts val="2400"/>
              <a:buNone/>
              <a:defRPr b="0" i="0" sz="2400">
                <a:solidFill>
                  <a:srgbClr val="042315"/>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 name="Google Shape;242;p11"/>
          <p:cNvSpPr txBox="1"/>
          <p:nvPr>
            <p:ph type="title"/>
          </p:nvPr>
        </p:nvSpPr>
        <p:spPr>
          <a:xfrm>
            <a:off x="217449" y="365125"/>
            <a:ext cx="5634711" cy="4984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3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p11"/>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11"/>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p11"/>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p:cSld name="Title_only">
    <p:spTree>
      <p:nvGrpSpPr>
        <p:cNvPr id="246" name="Shape 246"/>
        <p:cNvGrpSpPr/>
        <p:nvPr/>
      </p:nvGrpSpPr>
      <p:grpSpPr>
        <a:xfrm>
          <a:off x="0" y="0"/>
          <a:ext cx="0" cy="0"/>
          <a:chOff x="0" y="0"/>
          <a:chExt cx="0" cy="0"/>
        </a:xfrm>
      </p:grpSpPr>
      <p:sp>
        <p:nvSpPr>
          <p:cNvPr id="247" name="Google Shape;247;g32268d58d69_0_3886"/>
          <p:cNvSpPr txBox="1"/>
          <p:nvPr>
            <p:ph type="title"/>
          </p:nvPr>
        </p:nvSpPr>
        <p:spPr>
          <a:xfrm>
            <a:off x="-1" y="585216"/>
            <a:ext cx="12192000" cy="399000"/>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_only">
  <p:cSld name="1_Title_only">
    <p:spTree>
      <p:nvGrpSpPr>
        <p:cNvPr id="248" name="Shape 248"/>
        <p:cNvGrpSpPr/>
        <p:nvPr/>
      </p:nvGrpSpPr>
      <p:grpSpPr>
        <a:xfrm>
          <a:off x="0" y="0"/>
          <a:ext cx="0" cy="0"/>
          <a:chOff x="0" y="0"/>
          <a:chExt cx="0" cy="0"/>
        </a:xfrm>
      </p:grpSpPr>
      <p:sp>
        <p:nvSpPr>
          <p:cNvPr id="249" name="Google Shape;249;g32268d58d69_0_3888"/>
          <p:cNvSpPr txBox="1"/>
          <p:nvPr>
            <p:ph type="title"/>
          </p:nvPr>
        </p:nvSpPr>
        <p:spPr>
          <a:xfrm>
            <a:off x="590310" y="585216"/>
            <a:ext cx="10995900" cy="39900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chemeClr val="lt1"/>
              </a:buClr>
              <a:buSzPts val="3199"/>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 Header and Footer">
  <p:cSld name="Blank w Header and Footer">
    <p:bg>
      <p:bgPr>
        <a:solidFill>
          <a:schemeClr val="lt1"/>
        </a:solidFill>
      </p:bgPr>
    </p:bg>
    <p:spTree>
      <p:nvGrpSpPr>
        <p:cNvPr id="250" name="Shape 250"/>
        <p:cNvGrpSpPr/>
        <p:nvPr/>
      </p:nvGrpSpPr>
      <p:grpSpPr>
        <a:xfrm>
          <a:off x="0" y="0"/>
          <a:ext cx="0" cy="0"/>
          <a:chOff x="0" y="0"/>
          <a:chExt cx="0" cy="0"/>
        </a:xfrm>
      </p:grpSpPr>
      <p:sp>
        <p:nvSpPr>
          <p:cNvPr id="251" name="Google Shape;251;p12"/>
          <p:cNvSpPr txBox="1"/>
          <p:nvPr>
            <p:ph type="title"/>
          </p:nvPr>
        </p:nvSpPr>
        <p:spPr>
          <a:xfrm>
            <a:off x="228599" y="266130"/>
            <a:ext cx="10439401" cy="386051"/>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462D"/>
              </a:buClr>
              <a:buSzPts val="2400"/>
              <a:buFont typeface="Arial"/>
              <a:buNone/>
              <a:defRPr b="0" i="0" sz="2400">
                <a:solidFill>
                  <a:srgbClr val="FF462D"/>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 name="Google Shape;252;p12"/>
          <p:cNvSpPr txBox="1"/>
          <p:nvPr>
            <p:ph idx="1" type="body"/>
          </p:nvPr>
        </p:nvSpPr>
        <p:spPr>
          <a:xfrm>
            <a:off x="228600" y="705999"/>
            <a:ext cx="10439966" cy="31083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3D3C3C"/>
              </a:buClr>
              <a:buSzPts val="1400"/>
              <a:buFont typeface="Arial"/>
              <a:buNone/>
              <a:defRPr b="0" i="0" sz="1400">
                <a:solidFill>
                  <a:srgbClr val="3D3C3C"/>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o"/>
              <a:defRPr/>
            </a:lvl2pPr>
            <a:lvl3pPr indent="-330200" lvl="2" marL="1371600" algn="l">
              <a:lnSpc>
                <a:spcPct val="90000"/>
              </a:lnSpc>
              <a:spcBef>
                <a:spcPts val="500"/>
              </a:spcBef>
              <a:spcAft>
                <a:spcPts val="0"/>
              </a:spcAft>
              <a:buClr>
                <a:schemeClr val="dk1"/>
              </a:buClr>
              <a:buSzPts val="1600"/>
              <a:buChar char="-"/>
              <a:defRPr/>
            </a:lvl3pPr>
            <a:lvl4pPr indent="-317500" lvl="3" marL="1828800" algn="l">
              <a:lnSpc>
                <a:spcPct val="90000"/>
              </a:lnSpc>
              <a:spcBef>
                <a:spcPts val="500"/>
              </a:spcBef>
              <a:spcAft>
                <a:spcPts val="0"/>
              </a:spcAft>
              <a:buClr>
                <a:schemeClr val="dk1"/>
              </a:buClr>
              <a:buSzPts val="1400"/>
              <a:buChar char="•"/>
              <a:defRPr/>
            </a:lvl4pPr>
            <a:lvl5pPr indent="-317500" lvl="4" marL="2286000" algn="l">
              <a:lnSpc>
                <a:spcPct val="90000"/>
              </a:lnSpc>
              <a:spcBef>
                <a:spcPts val="500"/>
              </a:spcBef>
              <a:spcAft>
                <a:spcPts val="0"/>
              </a:spcAft>
              <a:buClr>
                <a:schemeClr val="dk1"/>
              </a:buClr>
              <a:buSzPts val="14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Logo&#10;&#10;Description automatically generated" id="253" name="Google Shape;253;p12"/>
          <p:cNvPicPr preferRelativeResize="0"/>
          <p:nvPr/>
        </p:nvPicPr>
        <p:blipFill rotWithShape="1">
          <a:blip r:embed="rId2">
            <a:alphaModFix/>
          </a:blip>
          <a:srcRect b="0" l="0" r="0" t="0"/>
          <a:stretch/>
        </p:blipFill>
        <p:spPr>
          <a:xfrm>
            <a:off x="232558" y="6465519"/>
            <a:ext cx="730344" cy="232383"/>
          </a:xfrm>
          <a:prstGeom prst="rect">
            <a:avLst/>
          </a:prstGeom>
          <a:noFill/>
          <a:ln>
            <a:noFill/>
          </a:ln>
        </p:spPr>
      </p:pic>
      <p:sp>
        <p:nvSpPr>
          <p:cNvPr id="254" name="Google Shape;254;p12"/>
          <p:cNvSpPr txBox="1"/>
          <p:nvPr/>
        </p:nvSpPr>
        <p:spPr>
          <a:xfrm>
            <a:off x="11305309" y="6547550"/>
            <a:ext cx="666526" cy="10772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US" sz="700" u="none" cap="none" strike="noStrike">
                <a:solidFill>
                  <a:schemeClr val="dk2"/>
                </a:solidFill>
                <a:latin typeface="Arial"/>
                <a:ea typeface="Arial"/>
                <a:cs typeface="Arial"/>
                <a:sym typeface="Arial"/>
              </a:rPr>
              <a:t>‹#›</a:t>
            </a:fld>
            <a:endParaRPr b="0" i="0" sz="7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lank w Header and Footer">
  <p:cSld name="5_Blank w Header and Footer">
    <p:bg>
      <p:bgPr>
        <a:solidFill>
          <a:schemeClr val="lt1"/>
        </a:solidFill>
      </p:bgPr>
    </p:bg>
    <p:spTree>
      <p:nvGrpSpPr>
        <p:cNvPr id="255" name="Shape 255"/>
        <p:cNvGrpSpPr/>
        <p:nvPr/>
      </p:nvGrpSpPr>
      <p:grpSpPr>
        <a:xfrm>
          <a:off x="0" y="0"/>
          <a:ext cx="0" cy="0"/>
          <a:chOff x="0" y="0"/>
          <a:chExt cx="0" cy="0"/>
        </a:xfrm>
      </p:grpSpPr>
      <p:pic>
        <p:nvPicPr>
          <p:cNvPr descr="Logo&#10;&#10;Description automatically generated" id="256" name="Google Shape;256;p13"/>
          <p:cNvPicPr preferRelativeResize="0"/>
          <p:nvPr/>
        </p:nvPicPr>
        <p:blipFill rotWithShape="1">
          <a:blip r:embed="rId2">
            <a:alphaModFix/>
          </a:blip>
          <a:srcRect b="0" l="0" r="0" t="0"/>
          <a:stretch/>
        </p:blipFill>
        <p:spPr>
          <a:xfrm>
            <a:off x="232558" y="6465519"/>
            <a:ext cx="730344" cy="232383"/>
          </a:xfrm>
          <a:prstGeom prst="rect">
            <a:avLst/>
          </a:prstGeom>
          <a:noFill/>
          <a:ln>
            <a:noFill/>
          </a:ln>
        </p:spPr>
      </p:pic>
      <p:sp>
        <p:nvSpPr>
          <p:cNvPr id="257" name="Google Shape;257;p13"/>
          <p:cNvSpPr txBox="1"/>
          <p:nvPr/>
        </p:nvSpPr>
        <p:spPr>
          <a:xfrm>
            <a:off x="11305309" y="6547550"/>
            <a:ext cx="666526" cy="10772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US" sz="700" u="none" cap="none" strike="noStrike">
                <a:solidFill>
                  <a:schemeClr val="dk2"/>
                </a:solidFill>
                <a:latin typeface="Arial"/>
                <a:ea typeface="Arial"/>
                <a:cs typeface="Arial"/>
                <a:sym typeface="Arial"/>
              </a:rPr>
              <a:t>‹#›</a:t>
            </a:fld>
            <a:endParaRPr b="0" i="0" sz="7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ummary Alt">
  <p:cSld name="Chapter Summary Alt">
    <p:spTree>
      <p:nvGrpSpPr>
        <p:cNvPr id="258" name="Shape 258"/>
        <p:cNvGrpSpPr/>
        <p:nvPr/>
      </p:nvGrpSpPr>
      <p:grpSpPr>
        <a:xfrm>
          <a:off x="0" y="0"/>
          <a:ext cx="0" cy="0"/>
          <a:chOff x="0" y="0"/>
          <a:chExt cx="0" cy="0"/>
        </a:xfrm>
      </p:grpSpPr>
      <p:sp>
        <p:nvSpPr>
          <p:cNvPr id="259" name="Google Shape;259;p43"/>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0" name="Google Shape;260;p43"/>
          <p:cNvSpPr txBox="1"/>
          <p:nvPr>
            <p:ph idx="1" type="body"/>
          </p:nvPr>
        </p:nvSpPr>
        <p:spPr>
          <a:xfrm>
            <a:off x="217449" y="1180060"/>
            <a:ext cx="1042290" cy="2971902"/>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1000"/>
              </a:spcBef>
              <a:spcAft>
                <a:spcPts val="0"/>
              </a:spcAft>
              <a:buSzPts val="2400"/>
              <a:buNone/>
              <a:defRPr b="0" i="0"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43"/>
          <p:cNvSpPr txBox="1"/>
          <p:nvPr>
            <p:ph idx="2" type="body"/>
          </p:nvPr>
        </p:nvSpPr>
        <p:spPr>
          <a:xfrm>
            <a:off x="1512849" y="1180059"/>
            <a:ext cx="7420028" cy="422253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rgbClr val="042315"/>
              </a:buClr>
              <a:buSzPts val="2400"/>
              <a:buNone/>
              <a:defRPr b="0" i="0" sz="2400">
                <a:solidFill>
                  <a:srgbClr val="042315"/>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Logo&#10;&#10;Description automatically generated" id="262" name="Google Shape;262;p43"/>
          <p:cNvPicPr preferRelativeResize="0"/>
          <p:nvPr/>
        </p:nvPicPr>
        <p:blipFill rotWithShape="1">
          <a:blip r:embed="rId2">
            <a:alphaModFix/>
          </a:blip>
          <a:srcRect b="0" l="0" r="0" t="0"/>
          <a:stretch/>
        </p:blipFill>
        <p:spPr>
          <a:xfrm>
            <a:off x="250145" y="6427726"/>
            <a:ext cx="718054" cy="228600"/>
          </a:xfrm>
          <a:prstGeom prst="rect">
            <a:avLst/>
          </a:prstGeom>
          <a:noFill/>
          <a:ln>
            <a:noFill/>
          </a:ln>
        </p:spPr>
      </p:pic>
      <p:sp>
        <p:nvSpPr>
          <p:cNvPr id="263" name="Google Shape;263;p43"/>
          <p:cNvSpPr txBox="1"/>
          <p:nvPr>
            <p:ph type="title"/>
          </p:nvPr>
        </p:nvSpPr>
        <p:spPr>
          <a:xfrm>
            <a:off x="217449" y="365125"/>
            <a:ext cx="5634711" cy="4984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3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p43"/>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5" name="Google Shape;265;p43"/>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6" name="Google Shape;266;p43"/>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67" name="Shape 267"/>
        <p:cNvGrpSpPr/>
        <p:nvPr/>
      </p:nvGrpSpPr>
      <p:grpSpPr>
        <a:xfrm>
          <a:off x="0" y="0"/>
          <a:ext cx="0" cy="0"/>
          <a:chOff x="0" y="0"/>
          <a:chExt cx="0" cy="0"/>
        </a:xfrm>
      </p:grpSpPr>
      <p:sp>
        <p:nvSpPr>
          <p:cNvPr id="268" name="Google Shape;268;p44"/>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9" name="Google Shape;269;p44"/>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0" name="Google Shape;270;p44"/>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 name="Google Shape;271;p44"/>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72" name="Google Shape;272;p44"/>
          <p:cNvSpPr txBox="1"/>
          <p:nvPr>
            <p:ph idx="1" type="body"/>
          </p:nvPr>
        </p:nvSpPr>
        <p:spPr>
          <a:xfrm>
            <a:off x="250145" y="1693545"/>
            <a:ext cx="11687854" cy="4274832"/>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30200" lvl="2" marL="1371600" algn="l">
              <a:lnSpc>
                <a:spcPct val="90000"/>
              </a:lnSpc>
              <a:spcBef>
                <a:spcPts val="500"/>
              </a:spcBef>
              <a:spcAft>
                <a:spcPts val="0"/>
              </a:spcAft>
              <a:buClr>
                <a:schemeClr val="dk1"/>
              </a:buClr>
              <a:buSzPts val="1600"/>
              <a:buFont typeface="Arial"/>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Font typeface="Courier New"/>
              <a:buChar char="o"/>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spTree>
      <p:nvGrpSpPr>
        <p:cNvPr id="273" name="Shape 273"/>
        <p:cNvGrpSpPr/>
        <p:nvPr/>
      </p:nvGrpSpPr>
      <p:grpSpPr>
        <a:xfrm>
          <a:off x="0" y="0"/>
          <a:ext cx="0" cy="0"/>
          <a:chOff x="0" y="0"/>
          <a:chExt cx="0" cy="0"/>
        </a:xfrm>
      </p:grpSpPr>
      <p:sp>
        <p:nvSpPr>
          <p:cNvPr id="274" name="Google Shape;274;p45"/>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Logo&#10;&#10;Description automatically generated" id="275" name="Google Shape;275;p45"/>
          <p:cNvPicPr preferRelativeResize="0"/>
          <p:nvPr/>
        </p:nvPicPr>
        <p:blipFill rotWithShape="1">
          <a:blip r:embed="rId2">
            <a:alphaModFix/>
          </a:blip>
          <a:srcRect b="0" l="0" r="0" t="0"/>
          <a:stretch/>
        </p:blipFill>
        <p:spPr>
          <a:xfrm>
            <a:off x="250145" y="6427726"/>
            <a:ext cx="718054" cy="228600"/>
          </a:xfrm>
          <a:prstGeom prst="rect">
            <a:avLst/>
          </a:prstGeom>
          <a:noFill/>
          <a:ln>
            <a:noFill/>
          </a:ln>
        </p:spPr>
      </p:pic>
      <p:sp>
        <p:nvSpPr>
          <p:cNvPr id="276" name="Google Shape;276;p45"/>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7" name="Google Shape;277;p45"/>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8" name="Google Shape;278;p45"/>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9" name="Google Shape;279;p45"/>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0" name="Google Shape;280;p45"/>
          <p:cNvSpPr txBox="1"/>
          <p:nvPr>
            <p:ph idx="1" type="body"/>
          </p:nvPr>
        </p:nvSpPr>
        <p:spPr>
          <a:xfrm>
            <a:off x="250145" y="1690871"/>
            <a:ext cx="11687854" cy="4274832"/>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30200" lvl="2" marL="1371600" algn="l">
              <a:lnSpc>
                <a:spcPct val="90000"/>
              </a:lnSpc>
              <a:spcBef>
                <a:spcPts val="500"/>
              </a:spcBef>
              <a:spcAft>
                <a:spcPts val="0"/>
              </a:spcAft>
              <a:buClr>
                <a:schemeClr val="dk1"/>
              </a:buClr>
              <a:buSzPts val="1600"/>
              <a:buFont typeface="Arial"/>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Font typeface="Courier New"/>
              <a:buChar char="o"/>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w Banner - Red">
  <p:cSld name="1_Title and Content w Banner - Red">
    <p:spTree>
      <p:nvGrpSpPr>
        <p:cNvPr id="281" name="Shape 281"/>
        <p:cNvGrpSpPr/>
        <p:nvPr/>
      </p:nvGrpSpPr>
      <p:grpSpPr>
        <a:xfrm>
          <a:off x="0" y="0"/>
          <a:ext cx="0" cy="0"/>
          <a:chOff x="0" y="0"/>
          <a:chExt cx="0" cy="0"/>
        </a:xfrm>
      </p:grpSpPr>
      <p:sp>
        <p:nvSpPr>
          <p:cNvPr id="282" name="Google Shape;282;p46"/>
          <p:cNvSpPr/>
          <p:nvPr/>
        </p:nvSpPr>
        <p:spPr>
          <a:xfrm>
            <a:off x="0" y="0"/>
            <a:ext cx="12192000" cy="158573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Logo&#10;&#10;Description automatically generated" id="283" name="Google Shape;283;p46"/>
          <p:cNvPicPr preferRelativeResize="0"/>
          <p:nvPr/>
        </p:nvPicPr>
        <p:blipFill rotWithShape="1">
          <a:blip r:embed="rId2">
            <a:alphaModFix/>
          </a:blip>
          <a:srcRect b="0" l="0" r="0" t="0"/>
          <a:stretch/>
        </p:blipFill>
        <p:spPr>
          <a:xfrm>
            <a:off x="250145" y="6427726"/>
            <a:ext cx="718054" cy="228600"/>
          </a:xfrm>
          <a:prstGeom prst="rect">
            <a:avLst/>
          </a:prstGeom>
          <a:noFill/>
          <a:ln>
            <a:noFill/>
          </a:ln>
        </p:spPr>
      </p:pic>
      <p:sp>
        <p:nvSpPr>
          <p:cNvPr id="284" name="Google Shape;284;p46"/>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5" name="Google Shape;285;p46"/>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6" name="Google Shape;286;p46"/>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7" name="Google Shape;287;p46"/>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8" name="Google Shape;288;p46"/>
          <p:cNvSpPr txBox="1"/>
          <p:nvPr>
            <p:ph idx="1" type="body"/>
          </p:nvPr>
        </p:nvSpPr>
        <p:spPr>
          <a:xfrm>
            <a:off x="250145" y="1690871"/>
            <a:ext cx="11687854" cy="4274832"/>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30200" lvl="2" marL="1371600" algn="l">
              <a:lnSpc>
                <a:spcPct val="90000"/>
              </a:lnSpc>
              <a:spcBef>
                <a:spcPts val="500"/>
              </a:spcBef>
              <a:spcAft>
                <a:spcPts val="0"/>
              </a:spcAft>
              <a:buClr>
                <a:schemeClr val="dk1"/>
              </a:buClr>
              <a:buSzPts val="1600"/>
              <a:buFont typeface="Arial"/>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Font typeface="Courier New"/>
              <a:buChar char="o"/>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 Banner - Spruce">
  <p:cSld name="Title and Content w Banner - Spruce">
    <p:spTree>
      <p:nvGrpSpPr>
        <p:cNvPr id="289" name="Shape 289"/>
        <p:cNvGrpSpPr/>
        <p:nvPr/>
      </p:nvGrpSpPr>
      <p:grpSpPr>
        <a:xfrm>
          <a:off x="0" y="0"/>
          <a:ext cx="0" cy="0"/>
          <a:chOff x="0" y="0"/>
          <a:chExt cx="0" cy="0"/>
        </a:xfrm>
      </p:grpSpPr>
      <p:sp>
        <p:nvSpPr>
          <p:cNvPr id="290" name="Google Shape;290;p47"/>
          <p:cNvSpPr/>
          <p:nvPr/>
        </p:nvSpPr>
        <p:spPr>
          <a:xfrm>
            <a:off x="0" y="0"/>
            <a:ext cx="12192000" cy="15857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Logo&#10;&#10;Description automatically generated" id="291" name="Google Shape;291;p47"/>
          <p:cNvPicPr preferRelativeResize="0"/>
          <p:nvPr/>
        </p:nvPicPr>
        <p:blipFill rotWithShape="1">
          <a:blip r:embed="rId2">
            <a:alphaModFix/>
          </a:blip>
          <a:srcRect b="0" l="0" r="0" t="0"/>
          <a:stretch/>
        </p:blipFill>
        <p:spPr>
          <a:xfrm>
            <a:off x="250145" y="6427726"/>
            <a:ext cx="718054" cy="228600"/>
          </a:xfrm>
          <a:prstGeom prst="rect">
            <a:avLst/>
          </a:prstGeom>
          <a:noFill/>
          <a:ln>
            <a:noFill/>
          </a:ln>
        </p:spPr>
      </p:pic>
      <p:sp>
        <p:nvSpPr>
          <p:cNvPr id="292" name="Google Shape;292;p47"/>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3" name="Google Shape;293;p47"/>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4" name="Google Shape;294;p47"/>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5" name="Google Shape;295;p47"/>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96" name="Google Shape;296;p47"/>
          <p:cNvSpPr txBox="1"/>
          <p:nvPr>
            <p:ph idx="1" type="body"/>
          </p:nvPr>
        </p:nvSpPr>
        <p:spPr>
          <a:xfrm>
            <a:off x="250145" y="1690871"/>
            <a:ext cx="11687854" cy="4274832"/>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30200" lvl="2" marL="1371600" algn="l">
              <a:lnSpc>
                <a:spcPct val="90000"/>
              </a:lnSpc>
              <a:spcBef>
                <a:spcPts val="500"/>
              </a:spcBef>
              <a:spcAft>
                <a:spcPts val="0"/>
              </a:spcAft>
              <a:buClr>
                <a:schemeClr val="dk1"/>
              </a:buClr>
              <a:buSzPts val="1600"/>
              <a:buFont typeface="Arial"/>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Font typeface="Courier New"/>
              <a:buChar char="o"/>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97" name="Shape 297"/>
        <p:cNvGrpSpPr/>
        <p:nvPr/>
      </p:nvGrpSpPr>
      <p:grpSpPr>
        <a:xfrm>
          <a:off x="0" y="0"/>
          <a:ext cx="0" cy="0"/>
          <a:chOff x="0" y="0"/>
          <a:chExt cx="0" cy="0"/>
        </a:xfrm>
      </p:grpSpPr>
      <p:sp>
        <p:nvSpPr>
          <p:cNvPr id="298" name="Google Shape;298;p48"/>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9" name="Google Shape;299;p48"/>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0" name="Google Shape;300;p48"/>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1" name="Google Shape;301;p48"/>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 Only 2">
    <p:spTree>
      <p:nvGrpSpPr>
        <p:cNvPr id="302" name="Shape 302"/>
        <p:cNvGrpSpPr/>
        <p:nvPr/>
      </p:nvGrpSpPr>
      <p:grpSpPr>
        <a:xfrm>
          <a:off x="0" y="0"/>
          <a:ext cx="0" cy="0"/>
          <a:chOff x="0" y="0"/>
          <a:chExt cx="0" cy="0"/>
        </a:xfrm>
      </p:grpSpPr>
      <p:sp>
        <p:nvSpPr>
          <p:cNvPr id="303" name="Google Shape;303;p49"/>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Logo&#10;&#10;Description automatically generated" id="304" name="Google Shape;304;p49"/>
          <p:cNvPicPr preferRelativeResize="0"/>
          <p:nvPr/>
        </p:nvPicPr>
        <p:blipFill rotWithShape="1">
          <a:blip r:embed="rId2">
            <a:alphaModFix/>
          </a:blip>
          <a:srcRect b="0" l="0" r="0" t="0"/>
          <a:stretch/>
        </p:blipFill>
        <p:spPr>
          <a:xfrm>
            <a:off x="250145" y="6427726"/>
            <a:ext cx="718054" cy="228600"/>
          </a:xfrm>
          <a:prstGeom prst="rect">
            <a:avLst/>
          </a:prstGeom>
          <a:noFill/>
          <a:ln>
            <a:noFill/>
          </a:ln>
        </p:spPr>
      </p:pic>
      <p:sp>
        <p:nvSpPr>
          <p:cNvPr id="305" name="Google Shape;305;p49"/>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6" name="Google Shape;306;p49"/>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7" name="Google Shape;307;p49"/>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8" name="Google Shape;308;p49"/>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309" name="Shape 309"/>
        <p:cNvGrpSpPr/>
        <p:nvPr/>
      </p:nvGrpSpPr>
      <p:grpSpPr>
        <a:xfrm>
          <a:off x="0" y="0"/>
          <a:ext cx="0" cy="0"/>
          <a:chOff x="0" y="0"/>
          <a:chExt cx="0" cy="0"/>
        </a:xfrm>
      </p:grpSpPr>
      <p:sp>
        <p:nvSpPr>
          <p:cNvPr id="310" name="Google Shape;310;p50"/>
          <p:cNvSpPr/>
          <p:nvPr>
            <p:ph idx="2" type="pic"/>
          </p:nvPr>
        </p:nvSpPr>
        <p:spPr>
          <a:xfrm>
            <a:off x="6184264" y="0"/>
            <a:ext cx="6021071" cy="6858000"/>
          </a:xfrm>
          <a:prstGeom prst="rect">
            <a:avLst/>
          </a:prstGeom>
          <a:noFill/>
          <a:ln>
            <a:noFill/>
          </a:ln>
        </p:spPr>
      </p:sp>
      <p:sp>
        <p:nvSpPr>
          <p:cNvPr id="311" name="Google Shape;311;p50"/>
          <p:cNvSpPr txBox="1"/>
          <p:nvPr>
            <p:ph idx="1" type="body"/>
          </p:nvPr>
        </p:nvSpPr>
        <p:spPr>
          <a:xfrm>
            <a:off x="250145" y="1676400"/>
            <a:ext cx="5773146" cy="4478032"/>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30200" lvl="2" marL="1371600" algn="l">
              <a:lnSpc>
                <a:spcPct val="90000"/>
              </a:lnSpc>
              <a:spcBef>
                <a:spcPts val="500"/>
              </a:spcBef>
              <a:spcAft>
                <a:spcPts val="0"/>
              </a:spcAft>
              <a:buClr>
                <a:schemeClr val="dk1"/>
              </a:buClr>
              <a:buSzPts val="1600"/>
              <a:buFont typeface="Arial"/>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Font typeface="Courier New"/>
              <a:buChar char="o"/>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 name="Google Shape;312;p50"/>
          <p:cNvSpPr txBox="1"/>
          <p:nvPr>
            <p:ph idx="10" type="dt"/>
          </p:nvPr>
        </p:nvSpPr>
        <p:spPr>
          <a:xfrm>
            <a:off x="1148080" y="6356350"/>
            <a:ext cx="100584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3" name="Google Shape;313;p50"/>
          <p:cNvSpPr txBox="1"/>
          <p:nvPr>
            <p:ph idx="11" type="ftr"/>
          </p:nvPr>
        </p:nvSpPr>
        <p:spPr>
          <a:xfrm>
            <a:off x="2314892" y="6356350"/>
            <a:ext cx="31511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4" name="Google Shape;314;p50"/>
          <p:cNvSpPr txBox="1"/>
          <p:nvPr>
            <p:ph idx="12" type="sldNum"/>
          </p:nvPr>
        </p:nvSpPr>
        <p:spPr>
          <a:xfrm>
            <a:off x="5627052" y="6356350"/>
            <a:ext cx="3962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15" name="Google Shape;315;p50"/>
          <p:cNvSpPr txBox="1"/>
          <p:nvPr>
            <p:ph type="title"/>
          </p:nvPr>
        </p:nvSpPr>
        <p:spPr>
          <a:xfrm>
            <a:off x="250146" y="365125"/>
            <a:ext cx="5773146"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316" name="Shape 316"/>
        <p:cNvGrpSpPr/>
        <p:nvPr/>
      </p:nvGrpSpPr>
      <p:grpSpPr>
        <a:xfrm>
          <a:off x="0" y="0"/>
          <a:ext cx="0" cy="0"/>
          <a:chOff x="0" y="0"/>
          <a:chExt cx="0" cy="0"/>
        </a:xfrm>
      </p:grpSpPr>
      <p:sp>
        <p:nvSpPr>
          <p:cNvPr id="317" name="Google Shape;317;p51"/>
          <p:cNvSpPr/>
          <p:nvPr>
            <p:ph idx="2" type="pic"/>
          </p:nvPr>
        </p:nvSpPr>
        <p:spPr>
          <a:xfrm>
            <a:off x="6096000" y="1676400"/>
            <a:ext cx="5842000" cy="4508500"/>
          </a:xfrm>
          <a:prstGeom prst="rect">
            <a:avLst/>
          </a:prstGeom>
          <a:noFill/>
          <a:ln>
            <a:noFill/>
          </a:ln>
        </p:spPr>
      </p:sp>
      <p:sp>
        <p:nvSpPr>
          <p:cNvPr id="318" name="Google Shape;318;p51"/>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9" name="Google Shape;319;p51"/>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0" name="Google Shape;320;p51"/>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21" name="Google Shape;321;p51"/>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2" name="Google Shape;322;p51"/>
          <p:cNvSpPr txBox="1"/>
          <p:nvPr>
            <p:ph idx="1" type="body"/>
          </p:nvPr>
        </p:nvSpPr>
        <p:spPr>
          <a:xfrm>
            <a:off x="250146" y="1696720"/>
            <a:ext cx="5669280" cy="4457712"/>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30200" lvl="2" marL="1371600" algn="l">
              <a:lnSpc>
                <a:spcPct val="90000"/>
              </a:lnSpc>
              <a:spcBef>
                <a:spcPts val="500"/>
              </a:spcBef>
              <a:spcAft>
                <a:spcPts val="0"/>
              </a:spcAft>
              <a:buClr>
                <a:schemeClr val="dk1"/>
              </a:buClr>
              <a:buSzPts val="1600"/>
              <a:buFont typeface="Arial"/>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Font typeface="Courier New"/>
              <a:buChar char="o"/>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solidFill>
          <a:srgbClr val="29707A"/>
        </a:solidFill>
      </p:bgPr>
    </p:bg>
    <p:spTree>
      <p:nvGrpSpPr>
        <p:cNvPr id="323" name="Shape 323"/>
        <p:cNvGrpSpPr/>
        <p:nvPr/>
      </p:nvGrpSpPr>
      <p:grpSpPr>
        <a:xfrm>
          <a:off x="0" y="0"/>
          <a:ext cx="0" cy="0"/>
          <a:chOff x="0" y="0"/>
          <a:chExt cx="0" cy="0"/>
        </a:xfrm>
      </p:grpSpPr>
      <p:sp>
        <p:nvSpPr>
          <p:cNvPr id="324" name="Google Shape;324;p52"/>
          <p:cNvSpPr/>
          <p:nvPr/>
        </p:nvSpPr>
        <p:spPr>
          <a:xfrm>
            <a:off x="0" y="0"/>
            <a:ext cx="609600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5" name="Google Shape;325;p52"/>
          <p:cNvSpPr/>
          <p:nvPr/>
        </p:nvSpPr>
        <p:spPr>
          <a:xfrm>
            <a:off x="6096000" y="0"/>
            <a:ext cx="6096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picture containing text, clipart&#10;&#10;Description automatically generated" id="326" name="Google Shape;326;p52"/>
          <p:cNvPicPr preferRelativeResize="0"/>
          <p:nvPr/>
        </p:nvPicPr>
        <p:blipFill rotWithShape="1">
          <a:blip r:embed="rId2">
            <a:alphaModFix/>
          </a:blip>
          <a:srcRect b="0" l="0" r="0" t="0"/>
          <a:stretch/>
        </p:blipFill>
        <p:spPr>
          <a:xfrm>
            <a:off x="232557" y="6343600"/>
            <a:ext cx="730346" cy="232382"/>
          </a:xfrm>
          <a:prstGeom prst="rect">
            <a:avLst/>
          </a:prstGeom>
          <a:noFill/>
          <a:ln>
            <a:noFill/>
          </a:ln>
        </p:spPr>
      </p:pic>
      <p:sp>
        <p:nvSpPr>
          <p:cNvPr id="327" name="Google Shape;327;p52"/>
          <p:cNvSpPr txBox="1"/>
          <p:nvPr>
            <p:ph idx="1" type="body"/>
          </p:nvPr>
        </p:nvSpPr>
        <p:spPr>
          <a:xfrm>
            <a:off x="6465888" y="371475"/>
            <a:ext cx="5505450" cy="5754688"/>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8" name="Google Shape;328;p52"/>
          <p:cNvSpPr txBox="1"/>
          <p:nvPr>
            <p:ph idx="2" type="body"/>
          </p:nvPr>
        </p:nvSpPr>
        <p:spPr>
          <a:xfrm>
            <a:off x="228600" y="1632850"/>
            <a:ext cx="5638800" cy="44933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Font typeface="Arial"/>
              <a:buNone/>
              <a:defRPr sz="1600">
                <a:solidFill>
                  <a:schemeClr val="lt1"/>
                </a:solidFill>
              </a:defRPr>
            </a:lvl1pPr>
            <a:lvl2pPr indent="-228600" lvl="1" marL="914400" algn="l">
              <a:lnSpc>
                <a:spcPct val="90000"/>
              </a:lnSpc>
              <a:spcBef>
                <a:spcPts val="500"/>
              </a:spcBef>
              <a:spcAft>
                <a:spcPts val="0"/>
              </a:spcAft>
              <a:buClr>
                <a:schemeClr val="lt1"/>
              </a:buClr>
              <a:buSzPts val="1200"/>
              <a:buFont typeface="Arial"/>
              <a:buNone/>
              <a:defRPr sz="1200">
                <a:solidFill>
                  <a:schemeClr val="lt1"/>
                </a:solidFill>
              </a:defRPr>
            </a:lvl2pPr>
            <a:lvl3pPr indent="-228600" lvl="2" marL="1371600" algn="l">
              <a:lnSpc>
                <a:spcPct val="90000"/>
              </a:lnSpc>
              <a:spcBef>
                <a:spcPts val="500"/>
              </a:spcBef>
              <a:spcAft>
                <a:spcPts val="0"/>
              </a:spcAft>
              <a:buClr>
                <a:schemeClr val="lt1"/>
              </a:buClr>
              <a:buSzPts val="1200"/>
              <a:buFont typeface="Arial"/>
              <a:buNone/>
              <a:defRPr sz="1200">
                <a:solidFill>
                  <a:schemeClr val="lt1"/>
                </a:solidFill>
              </a:defRPr>
            </a:lvl3pPr>
            <a:lvl4pPr indent="-228600" lvl="3" marL="1828800" algn="l">
              <a:lnSpc>
                <a:spcPct val="90000"/>
              </a:lnSpc>
              <a:spcBef>
                <a:spcPts val="500"/>
              </a:spcBef>
              <a:spcAft>
                <a:spcPts val="0"/>
              </a:spcAft>
              <a:buClr>
                <a:schemeClr val="lt1"/>
              </a:buClr>
              <a:buSzPts val="1200"/>
              <a:buFont typeface="Arial"/>
              <a:buNone/>
              <a:defRPr sz="1200">
                <a:solidFill>
                  <a:schemeClr val="lt1"/>
                </a:solidFill>
              </a:defRPr>
            </a:lvl4pPr>
            <a:lvl5pPr indent="-228600" lvl="4" marL="2286000" algn="l">
              <a:lnSpc>
                <a:spcPct val="90000"/>
              </a:lnSpc>
              <a:spcBef>
                <a:spcPts val="500"/>
              </a:spcBef>
              <a:spcAft>
                <a:spcPts val="0"/>
              </a:spcAft>
              <a:buClr>
                <a:schemeClr val="lt1"/>
              </a:buClr>
              <a:buSzPts val="1200"/>
              <a:buFont typeface="Arial"/>
              <a:buNone/>
              <a:defRPr sz="12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9" name="Google Shape;329;p52"/>
          <p:cNvSpPr txBox="1"/>
          <p:nvPr>
            <p:ph type="title"/>
          </p:nvPr>
        </p:nvSpPr>
        <p:spPr>
          <a:xfrm>
            <a:off x="250145" y="365126"/>
            <a:ext cx="5638801" cy="10648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2">
  <p:cSld name="Content with Caption 2">
    <p:bg>
      <p:bgPr>
        <a:solidFill>
          <a:srgbClr val="29707A"/>
        </a:solidFill>
      </p:bgPr>
    </p:bg>
    <p:spTree>
      <p:nvGrpSpPr>
        <p:cNvPr id="330" name="Shape 330"/>
        <p:cNvGrpSpPr/>
        <p:nvPr/>
      </p:nvGrpSpPr>
      <p:grpSpPr>
        <a:xfrm>
          <a:off x="0" y="0"/>
          <a:ext cx="0" cy="0"/>
          <a:chOff x="0" y="0"/>
          <a:chExt cx="0" cy="0"/>
        </a:xfrm>
      </p:grpSpPr>
      <p:sp>
        <p:nvSpPr>
          <p:cNvPr id="331" name="Google Shape;331;p53"/>
          <p:cNvSpPr/>
          <p:nvPr/>
        </p:nvSpPr>
        <p:spPr>
          <a:xfrm>
            <a:off x="0" y="0"/>
            <a:ext cx="3411415"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2" name="Google Shape;332;p53"/>
          <p:cNvSpPr/>
          <p:nvPr/>
        </p:nvSpPr>
        <p:spPr>
          <a:xfrm>
            <a:off x="3411415" y="0"/>
            <a:ext cx="878058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picture containing text, clipart&#10;&#10;Description automatically generated" id="333" name="Google Shape;333;p53"/>
          <p:cNvPicPr preferRelativeResize="0"/>
          <p:nvPr/>
        </p:nvPicPr>
        <p:blipFill rotWithShape="1">
          <a:blip r:embed="rId2">
            <a:alphaModFix/>
          </a:blip>
          <a:srcRect b="0" l="0" r="0" t="0"/>
          <a:stretch/>
        </p:blipFill>
        <p:spPr>
          <a:xfrm>
            <a:off x="232557" y="6343600"/>
            <a:ext cx="730346" cy="232382"/>
          </a:xfrm>
          <a:prstGeom prst="rect">
            <a:avLst/>
          </a:prstGeom>
          <a:noFill/>
          <a:ln>
            <a:noFill/>
          </a:ln>
        </p:spPr>
      </p:pic>
      <p:sp>
        <p:nvSpPr>
          <p:cNvPr id="334" name="Google Shape;334;p53"/>
          <p:cNvSpPr txBox="1"/>
          <p:nvPr>
            <p:ph idx="1" type="body"/>
          </p:nvPr>
        </p:nvSpPr>
        <p:spPr>
          <a:xfrm>
            <a:off x="4308231" y="371475"/>
            <a:ext cx="7663107" cy="5754688"/>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5" name="Google Shape;335;p53"/>
          <p:cNvSpPr txBox="1"/>
          <p:nvPr>
            <p:ph idx="2" type="body"/>
          </p:nvPr>
        </p:nvSpPr>
        <p:spPr>
          <a:xfrm>
            <a:off x="228600" y="2072640"/>
            <a:ext cx="2962153" cy="405352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Font typeface="Arial"/>
              <a:buNone/>
              <a:defRPr sz="1600">
                <a:solidFill>
                  <a:schemeClr val="lt1"/>
                </a:solidFill>
              </a:defRPr>
            </a:lvl1pPr>
            <a:lvl2pPr indent="-228600" lvl="1" marL="914400" algn="l">
              <a:lnSpc>
                <a:spcPct val="90000"/>
              </a:lnSpc>
              <a:spcBef>
                <a:spcPts val="500"/>
              </a:spcBef>
              <a:spcAft>
                <a:spcPts val="0"/>
              </a:spcAft>
              <a:buClr>
                <a:schemeClr val="lt1"/>
              </a:buClr>
              <a:buSzPts val="1200"/>
              <a:buFont typeface="Arial"/>
              <a:buNone/>
              <a:defRPr sz="1200">
                <a:solidFill>
                  <a:schemeClr val="lt1"/>
                </a:solidFill>
              </a:defRPr>
            </a:lvl2pPr>
            <a:lvl3pPr indent="-228600" lvl="2" marL="1371600" algn="l">
              <a:lnSpc>
                <a:spcPct val="90000"/>
              </a:lnSpc>
              <a:spcBef>
                <a:spcPts val="500"/>
              </a:spcBef>
              <a:spcAft>
                <a:spcPts val="0"/>
              </a:spcAft>
              <a:buClr>
                <a:schemeClr val="lt1"/>
              </a:buClr>
              <a:buSzPts val="1200"/>
              <a:buFont typeface="Arial"/>
              <a:buNone/>
              <a:defRPr sz="1200">
                <a:solidFill>
                  <a:schemeClr val="lt1"/>
                </a:solidFill>
              </a:defRPr>
            </a:lvl3pPr>
            <a:lvl4pPr indent="-228600" lvl="3" marL="1828800" algn="l">
              <a:lnSpc>
                <a:spcPct val="90000"/>
              </a:lnSpc>
              <a:spcBef>
                <a:spcPts val="500"/>
              </a:spcBef>
              <a:spcAft>
                <a:spcPts val="0"/>
              </a:spcAft>
              <a:buClr>
                <a:schemeClr val="lt1"/>
              </a:buClr>
              <a:buSzPts val="1200"/>
              <a:buFont typeface="Arial"/>
              <a:buNone/>
              <a:defRPr sz="1200">
                <a:solidFill>
                  <a:schemeClr val="lt1"/>
                </a:solidFill>
              </a:defRPr>
            </a:lvl4pPr>
            <a:lvl5pPr indent="-228600" lvl="4" marL="2286000" algn="l">
              <a:lnSpc>
                <a:spcPct val="90000"/>
              </a:lnSpc>
              <a:spcBef>
                <a:spcPts val="500"/>
              </a:spcBef>
              <a:spcAft>
                <a:spcPts val="0"/>
              </a:spcAft>
              <a:buClr>
                <a:schemeClr val="lt1"/>
              </a:buClr>
              <a:buSzPts val="1200"/>
              <a:buFont typeface="Arial"/>
              <a:buNone/>
              <a:defRPr sz="12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6" name="Google Shape;336;p53"/>
          <p:cNvSpPr txBox="1"/>
          <p:nvPr>
            <p:ph type="title"/>
          </p:nvPr>
        </p:nvSpPr>
        <p:spPr>
          <a:xfrm>
            <a:off x="250146" y="365126"/>
            <a:ext cx="2940607" cy="1473834"/>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7" name="Shape 337"/>
        <p:cNvGrpSpPr/>
        <p:nvPr/>
      </p:nvGrpSpPr>
      <p:grpSpPr>
        <a:xfrm>
          <a:off x="0" y="0"/>
          <a:ext cx="0" cy="0"/>
          <a:chOff x="0" y="0"/>
          <a:chExt cx="0" cy="0"/>
        </a:xfrm>
      </p:grpSpPr>
      <p:sp>
        <p:nvSpPr>
          <p:cNvPr id="338" name="Google Shape;338;p54"/>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9" name="Google Shape;339;p54"/>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0" name="Google Shape;340;p54"/>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1" name="Google Shape;341;p54"/>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42" name="Google Shape;342;p54"/>
          <p:cNvSpPr txBox="1"/>
          <p:nvPr>
            <p:ph idx="1" type="body"/>
          </p:nvPr>
        </p:nvSpPr>
        <p:spPr>
          <a:xfrm>
            <a:off x="250146" y="1696720"/>
            <a:ext cx="5669280" cy="4457712"/>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30200" lvl="2" marL="1371600" algn="l">
              <a:lnSpc>
                <a:spcPct val="90000"/>
              </a:lnSpc>
              <a:spcBef>
                <a:spcPts val="500"/>
              </a:spcBef>
              <a:spcAft>
                <a:spcPts val="0"/>
              </a:spcAft>
              <a:buClr>
                <a:schemeClr val="dk1"/>
              </a:buClr>
              <a:buSzPts val="1600"/>
              <a:buFont typeface="Arial"/>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Font typeface="Courier New"/>
              <a:buChar char="o"/>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3" name="Google Shape;343;p54"/>
          <p:cNvSpPr txBox="1"/>
          <p:nvPr>
            <p:ph idx="2" type="body"/>
          </p:nvPr>
        </p:nvSpPr>
        <p:spPr>
          <a:xfrm>
            <a:off x="6249670" y="1696720"/>
            <a:ext cx="5669280" cy="4457712"/>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30200" lvl="2" marL="1371600" algn="l">
              <a:lnSpc>
                <a:spcPct val="90000"/>
              </a:lnSpc>
              <a:spcBef>
                <a:spcPts val="500"/>
              </a:spcBef>
              <a:spcAft>
                <a:spcPts val="0"/>
              </a:spcAft>
              <a:buClr>
                <a:schemeClr val="dk1"/>
              </a:buClr>
              <a:buSzPts val="1600"/>
              <a:buFont typeface="Arial"/>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Font typeface="Courier New"/>
              <a:buChar char="o"/>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44" name="Shape 344"/>
        <p:cNvGrpSpPr/>
        <p:nvPr/>
      </p:nvGrpSpPr>
      <p:grpSpPr>
        <a:xfrm>
          <a:off x="0" y="0"/>
          <a:ext cx="0" cy="0"/>
          <a:chOff x="0" y="0"/>
          <a:chExt cx="0" cy="0"/>
        </a:xfrm>
      </p:grpSpPr>
      <p:cxnSp>
        <p:nvCxnSpPr>
          <p:cNvPr id="345" name="Google Shape;345;p55"/>
          <p:cNvCxnSpPr/>
          <p:nvPr/>
        </p:nvCxnSpPr>
        <p:spPr>
          <a:xfrm flipH="1">
            <a:off x="6094072" y="1635906"/>
            <a:ext cx="1928" cy="4518526"/>
          </a:xfrm>
          <a:prstGeom prst="straightConnector1">
            <a:avLst/>
          </a:prstGeom>
          <a:noFill/>
          <a:ln cap="flat" cmpd="sng" w="12700">
            <a:solidFill>
              <a:schemeClr val="accent5"/>
            </a:solidFill>
            <a:prstDash val="solid"/>
            <a:miter lim="800000"/>
            <a:headEnd len="sm" w="sm" type="none"/>
            <a:tailEnd len="sm" w="sm" type="none"/>
          </a:ln>
        </p:spPr>
      </p:cxnSp>
      <p:sp>
        <p:nvSpPr>
          <p:cNvPr id="346" name="Google Shape;346;p55"/>
          <p:cNvSpPr txBox="1"/>
          <p:nvPr>
            <p:ph idx="1" type="body"/>
          </p:nvPr>
        </p:nvSpPr>
        <p:spPr>
          <a:xfrm>
            <a:off x="6268720" y="1635906"/>
            <a:ext cx="5669280" cy="26909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accent4"/>
              </a:buClr>
              <a:buSzPts val="1400"/>
              <a:buNone/>
              <a:defRPr b="1" i="0" sz="1400">
                <a:solidFill>
                  <a:schemeClr val="accent4"/>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7" name="Google Shape;347;p55"/>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8" name="Google Shape;348;p55"/>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9" name="Google Shape;349;p55"/>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0" name="Google Shape;350;p55"/>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51" name="Google Shape;351;p55"/>
          <p:cNvSpPr txBox="1"/>
          <p:nvPr>
            <p:ph idx="2" type="body"/>
          </p:nvPr>
        </p:nvSpPr>
        <p:spPr>
          <a:xfrm>
            <a:off x="250144" y="1983625"/>
            <a:ext cx="5669280" cy="417080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30200" lvl="2" marL="1371600" algn="l">
              <a:lnSpc>
                <a:spcPct val="90000"/>
              </a:lnSpc>
              <a:spcBef>
                <a:spcPts val="500"/>
              </a:spcBef>
              <a:spcAft>
                <a:spcPts val="0"/>
              </a:spcAft>
              <a:buClr>
                <a:schemeClr val="dk1"/>
              </a:buClr>
              <a:buSzPts val="1600"/>
              <a:buFont typeface="Arial"/>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Font typeface="Courier New"/>
              <a:buChar char="o"/>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2" name="Google Shape;352;p55"/>
          <p:cNvSpPr txBox="1"/>
          <p:nvPr>
            <p:ph idx="3" type="body"/>
          </p:nvPr>
        </p:nvSpPr>
        <p:spPr>
          <a:xfrm>
            <a:off x="250144" y="1635906"/>
            <a:ext cx="5669280" cy="26909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accent4"/>
              </a:buClr>
              <a:buSzPts val="1400"/>
              <a:buNone/>
              <a:defRPr b="1" i="0" sz="1400">
                <a:solidFill>
                  <a:schemeClr val="accent4"/>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3" name="Google Shape;353;p55"/>
          <p:cNvSpPr txBox="1"/>
          <p:nvPr>
            <p:ph idx="4" type="body"/>
          </p:nvPr>
        </p:nvSpPr>
        <p:spPr>
          <a:xfrm>
            <a:off x="6268720" y="1983625"/>
            <a:ext cx="5669280" cy="417080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Font typeface="Courier New"/>
              <a:buChar char="o"/>
              <a:defRPr sz="1800"/>
            </a:lvl2pPr>
            <a:lvl3pPr indent="-330200" lvl="2" marL="1371600" algn="l">
              <a:lnSpc>
                <a:spcPct val="90000"/>
              </a:lnSpc>
              <a:spcBef>
                <a:spcPts val="500"/>
              </a:spcBef>
              <a:spcAft>
                <a:spcPts val="0"/>
              </a:spcAft>
              <a:buClr>
                <a:schemeClr val="dk1"/>
              </a:buClr>
              <a:buSzPts val="1600"/>
              <a:buFont typeface="Arial"/>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Font typeface="Courier New"/>
              <a:buChar char="o"/>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2 Sections">
  <p:cSld name="Picture with 2 Sections">
    <p:spTree>
      <p:nvGrpSpPr>
        <p:cNvPr id="354" name="Shape 354"/>
        <p:cNvGrpSpPr/>
        <p:nvPr/>
      </p:nvGrpSpPr>
      <p:grpSpPr>
        <a:xfrm>
          <a:off x="0" y="0"/>
          <a:ext cx="0" cy="0"/>
          <a:chOff x="0" y="0"/>
          <a:chExt cx="0" cy="0"/>
        </a:xfrm>
      </p:grpSpPr>
      <p:sp>
        <p:nvSpPr>
          <p:cNvPr id="355" name="Google Shape;355;p56"/>
          <p:cNvSpPr txBox="1"/>
          <p:nvPr>
            <p:ph idx="1" type="body"/>
          </p:nvPr>
        </p:nvSpPr>
        <p:spPr>
          <a:xfrm>
            <a:off x="228598" y="1675371"/>
            <a:ext cx="7021948" cy="2011680"/>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sz="1400"/>
            </a:lvl1pPr>
            <a:lvl2pPr indent="-304800" lvl="1" marL="914400" algn="l">
              <a:lnSpc>
                <a:spcPct val="90000"/>
              </a:lnSpc>
              <a:spcBef>
                <a:spcPts val="500"/>
              </a:spcBef>
              <a:spcAft>
                <a:spcPts val="0"/>
              </a:spcAft>
              <a:buClr>
                <a:schemeClr val="dk1"/>
              </a:buClr>
              <a:buSzPts val="1200"/>
              <a:buChar char="o"/>
              <a:defRPr sz="1200"/>
            </a:lvl2pPr>
            <a:lvl3pPr indent="-298450" lvl="2" marL="1371600" algn="l">
              <a:lnSpc>
                <a:spcPct val="90000"/>
              </a:lnSpc>
              <a:spcBef>
                <a:spcPts val="500"/>
              </a:spcBef>
              <a:spcAft>
                <a:spcPts val="0"/>
              </a:spcAft>
              <a:buClr>
                <a:schemeClr val="dk1"/>
              </a:buClr>
              <a:buSzPts val="1100"/>
              <a:buChar char="-"/>
              <a:defRPr sz="1100"/>
            </a:lvl3pPr>
            <a:lvl4pPr indent="-295275" lvl="3" marL="1828800" algn="l">
              <a:lnSpc>
                <a:spcPct val="90000"/>
              </a:lnSpc>
              <a:spcBef>
                <a:spcPts val="500"/>
              </a:spcBef>
              <a:spcAft>
                <a:spcPts val="0"/>
              </a:spcAft>
              <a:buClr>
                <a:schemeClr val="dk1"/>
              </a:buClr>
              <a:buSzPts val="1050"/>
              <a:buChar char="•"/>
              <a:defRPr sz="1050"/>
            </a:lvl4pPr>
            <a:lvl5pPr indent="-295275" lvl="4" marL="2286000" algn="l">
              <a:lnSpc>
                <a:spcPct val="90000"/>
              </a:lnSpc>
              <a:spcBef>
                <a:spcPts val="500"/>
              </a:spcBef>
              <a:spcAft>
                <a:spcPts val="0"/>
              </a:spcAft>
              <a:buClr>
                <a:schemeClr val="dk1"/>
              </a:buClr>
              <a:buSzPts val="1050"/>
              <a:buChar char="o"/>
              <a:defRPr sz="10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6" name="Google Shape;356;p56"/>
          <p:cNvSpPr txBox="1"/>
          <p:nvPr>
            <p:ph idx="2" type="body"/>
          </p:nvPr>
        </p:nvSpPr>
        <p:spPr>
          <a:xfrm>
            <a:off x="228599" y="1346498"/>
            <a:ext cx="5295901" cy="26909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accent4"/>
              </a:buClr>
              <a:buSzPts val="1200"/>
              <a:buNone/>
              <a:defRPr b="1" i="0" sz="1200">
                <a:solidFill>
                  <a:schemeClr val="accent4"/>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7" name="Google Shape;357;p56"/>
          <p:cNvSpPr txBox="1"/>
          <p:nvPr>
            <p:ph idx="3" type="body"/>
          </p:nvPr>
        </p:nvSpPr>
        <p:spPr>
          <a:xfrm>
            <a:off x="228597" y="4295416"/>
            <a:ext cx="7021948" cy="2011680"/>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sz="1400"/>
            </a:lvl1pPr>
            <a:lvl2pPr indent="-304800" lvl="1" marL="914400" algn="l">
              <a:lnSpc>
                <a:spcPct val="90000"/>
              </a:lnSpc>
              <a:spcBef>
                <a:spcPts val="500"/>
              </a:spcBef>
              <a:spcAft>
                <a:spcPts val="0"/>
              </a:spcAft>
              <a:buClr>
                <a:schemeClr val="dk1"/>
              </a:buClr>
              <a:buSzPts val="1200"/>
              <a:buChar char="o"/>
              <a:defRPr sz="1200"/>
            </a:lvl2pPr>
            <a:lvl3pPr indent="-298450" lvl="2" marL="1371600" algn="l">
              <a:lnSpc>
                <a:spcPct val="90000"/>
              </a:lnSpc>
              <a:spcBef>
                <a:spcPts val="500"/>
              </a:spcBef>
              <a:spcAft>
                <a:spcPts val="0"/>
              </a:spcAft>
              <a:buClr>
                <a:schemeClr val="dk1"/>
              </a:buClr>
              <a:buSzPts val="1100"/>
              <a:buChar char="-"/>
              <a:defRPr sz="1100"/>
            </a:lvl3pPr>
            <a:lvl4pPr indent="-295275" lvl="3" marL="1828800" algn="l">
              <a:lnSpc>
                <a:spcPct val="90000"/>
              </a:lnSpc>
              <a:spcBef>
                <a:spcPts val="500"/>
              </a:spcBef>
              <a:spcAft>
                <a:spcPts val="0"/>
              </a:spcAft>
              <a:buClr>
                <a:schemeClr val="dk1"/>
              </a:buClr>
              <a:buSzPts val="1050"/>
              <a:buChar char="•"/>
              <a:defRPr sz="1050"/>
            </a:lvl4pPr>
            <a:lvl5pPr indent="-295275" lvl="4" marL="2286000" algn="l">
              <a:lnSpc>
                <a:spcPct val="90000"/>
              </a:lnSpc>
              <a:spcBef>
                <a:spcPts val="500"/>
              </a:spcBef>
              <a:spcAft>
                <a:spcPts val="0"/>
              </a:spcAft>
              <a:buClr>
                <a:schemeClr val="dk1"/>
              </a:buClr>
              <a:buSzPts val="1050"/>
              <a:buChar char="o"/>
              <a:defRPr sz="10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8" name="Google Shape;358;p56"/>
          <p:cNvSpPr txBox="1"/>
          <p:nvPr>
            <p:ph idx="4" type="body"/>
          </p:nvPr>
        </p:nvSpPr>
        <p:spPr>
          <a:xfrm>
            <a:off x="228598" y="3968905"/>
            <a:ext cx="5295901" cy="26909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accent4"/>
              </a:buClr>
              <a:buSzPts val="1200"/>
              <a:buNone/>
              <a:defRPr b="1" i="0" sz="1200">
                <a:solidFill>
                  <a:schemeClr val="accent4"/>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9" name="Google Shape;359;p56"/>
          <p:cNvSpPr/>
          <p:nvPr>
            <p:ph idx="5" type="pic"/>
          </p:nvPr>
        </p:nvSpPr>
        <p:spPr>
          <a:xfrm>
            <a:off x="7518399" y="1346499"/>
            <a:ext cx="4419601" cy="4960598"/>
          </a:xfrm>
          <a:prstGeom prst="rect">
            <a:avLst/>
          </a:prstGeom>
          <a:noFill/>
          <a:ln>
            <a:noFill/>
          </a:ln>
        </p:spPr>
      </p:sp>
      <p:cxnSp>
        <p:nvCxnSpPr>
          <p:cNvPr id="360" name="Google Shape;360;p56"/>
          <p:cNvCxnSpPr/>
          <p:nvPr/>
        </p:nvCxnSpPr>
        <p:spPr>
          <a:xfrm>
            <a:off x="228597" y="3811006"/>
            <a:ext cx="7021948" cy="0"/>
          </a:xfrm>
          <a:prstGeom prst="straightConnector1">
            <a:avLst/>
          </a:prstGeom>
          <a:noFill/>
          <a:ln cap="flat" cmpd="sng" w="12700">
            <a:solidFill>
              <a:schemeClr val="accent5"/>
            </a:solidFill>
            <a:prstDash val="solid"/>
            <a:miter lim="800000"/>
            <a:headEnd len="sm" w="sm" type="none"/>
            <a:tailEnd len="sm" w="sm" type="none"/>
          </a:ln>
        </p:spPr>
      </p:cxnSp>
      <p:sp>
        <p:nvSpPr>
          <p:cNvPr id="361" name="Google Shape;361;p56"/>
          <p:cNvSpPr txBox="1"/>
          <p:nvPr>
            <p:ph type="title"/>
          </p:nvPr>
        </p:nvSpPr>
        <p:spPr>
          <a:xfrm>
            <a:off x="250145" y="365126"/>
            <a:ext cx="11687855" cy="88978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2" name="Google Shape;362;p56"/>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3" name="Google Shape;363;p56"/>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4" name="Google Shape;364;p56"/>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Color">
  <p:cSld name="Three Column Color">
    <p:spTree>
      <p:nvGrpSpPr>
        <p:cNvPr id="365" name="Shape 365"/>
        <p:cNvGrpSpPr/>
        <p:nvPr/>
      </p:nvGrpSpPr>
      <p:grpSpPr>
        <a:xfrm>
          <a:off x="0" y="0"/>
          <a:ext cx="0" cy="0"/>
          <a:chOff x="0" y="0"/>
          <a:chExt cx="0" cy="0"/>
        </a:xfrm>
      </p:grpSpPr>
      <p:sp>
        <p:nvSpPr>
          <p:cNvPr id="366" name="Google Shape;366;p57"/>
          <p:cNvSpPr/>
          <p:nvPr/>
        </p:nvSpPr>
        <p:spPr>
          <a:xfrm>
            <a:off x="770766" y="1635638"/>
            <a:ext cx="3048686" cy="78879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7" name="Google Shape;367;p57"/>
          <p:cNvSpPr/>
          <p:nvPr/>
        </p:nvSpPr>
        <p:spPr>
          <a:xfrm>
            <a:off x="4569966" y="1635638"/>
            <a:ext cx="3048686" cy="78879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8" name="Google Shape;368;p57"/>
          <p:cNvSpPr/>
          <p:nvPr/>
        </p:nvSpPr>
        <p:spPr>
          <a:xfrm>
            <a:off x="8372547" y="1638435"/>
            <a:ext cx="3048686" cy="78879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9" name="Google Shape;369;p57"/>
          <p:cNvSpPr/>
          <p:nvPr/>
        </p:nvSpPr>
        <p:spPr>
          <a:xfrm>
            <a:off x="770767" y="2492043"/>
            <a:ext cx="3053744" cy="3575382"/>
          </a:xfrm>
          <a:prstGeom prst="rect">
            <a:avLst/>
          </a:prstGeom>
          <a:solidFill>
            <a:srgbClr val="F2F1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0" name="Google Shape;370;p57"/>
          <p:cNvSpPr/>
          <p:nvPr/>
        </p:nvSpPr>
        <p:spPr>
          <a:xfrm>
            <a:off x="4564908" y="2492043"/>
            <a:ext cx="3053744" cy="3575382"/>
          </a:xfrm>
          <a:prstGeom prst="rect">
            <a:avLst/>
          </a:prstGeom>
          <a:solidFill>
            <a:srgbClr val="F2F1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1" name="Google Shape;371;p57"/>
          <p:cNvSpPr/>
          <p:nvPr/>
        </p:nvSpPr>
        <p:spPr>
          <a:xfrm>
            <a:off x="8367665" y="2492043"/>
            <a:ext cx="3053744" cy="3575382"/>
          </a:xfrm>
          <a:prstGeom prst="rect">
            <a:avLst/>
          </a:prstGeom>
          <a:solidFill>
            <a:srgbClr val="F2F1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2" name="Google Shape;372;p57"/>
          <p:cNvSpPr txBox="1"/>
          <p:nvPr>
            <p:ph idx="1" type="body"/>
          </p:nvPr>
        </p:nvSpPr>
        <p:spPr>
          <a:xfrm>
            <a:off x="888102" y="1805100"/>
            <a:ext cx="2810634" cy="470672"/>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1000"/>
              </a:spcBef>
              <a:spcAft>
                <a:spcPts val="0"/>
              </a:spcAft>
              <a:buClr>
                <a:schemeClr val="lt1"/>
              </a:buClr>
              <a:buSzPts val="1400"/>
              <a:buFont typeface="Arial"/>
              <a:buNone/>
              <a:defRPr b="1" i="0" sz="14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3" name="Google Shape;373;p57"/>
          <p:cNvSpPr txBox="1"/>
          <p:nvPr>
            <p:ph idx="2" type="body"/>
          </p:nvPr>
        </p:nvSpPr>
        <p:spPr>
          <a:xfrm>
            <a:off x="4683933" y="1805100"/>
            <a:ext cx="2810634" cy="470672"/>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1000"/>
              </a:spcBef>
              <a:spcAft>
                <a:spcPts val="0"/>
              </a:spcAft>
              <a:buClr>
                <a:schemeClr val="lt1"/>
              </a:buClr>
              <a:buSzPts val="1400"/>
              <a:buFont typeface="Arial"/>
              <a:buNone/>
              <a:defRPr b="1" i="0" sz="14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4" name="Google Shape;374;p57"/>
          <p:cNvSpPr txBox="1"/>
          <p:nvPr>
            <p:ph idx="3" type="body"/>
          </p:nvPr>
        </p:nvSpPr>
        <p:spPr>
          <a:xfrm>
            <a:off x="8485175" y="1805100"/>
            <a:ext cx="2809988" cy="470672"/>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1000"/>
              </a:spcBef>
              <a:spcAft>
                <a:spcPts val="0"/>
              </a:spcAft>
              <a:buClr>
                <a:schemeClr val="lt1"/>
              </a:buClr>
              <a:buSzPts val="1400"/>
              <a:buFont typeface="Arial"/>
              <a:buNone/>
              <a:defRPr b="1" i="0" sz="14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5" name="Google Shape;375;p57"/>
          <p:cNvSpPr txBox="1"/>
          <p:nvPr>
            <p:ph idx="4" type="body"/>
          </p:nvPr>
        </p:nvSpPr>
        <p:spPr>
          <a:xfrm>
            <a:off x="888102" y="2645410"/>
            <a:ext cx="2810634" cy="3248660"/>
          </a:xfrm>
          <a:prstGeom prst="rect">
            <a:avLst/>
          </a:prstGeom>
          <a:noFill/>
          <a:ln>
            <a:noFill/>
          </a:ln>
        </p:spPr>
        <p:txBody>
          <a:bodyPr anchorCtr="0" anchor="t" bIns="45700" lIns="91425" spcFirstLastPara="1" rIns="91425" wrap="square" tIns="45700">
            <a:normAutofit/>
          </a:bodyPr>
          <a:lstStyle>
            <a:lvl1pPr indent="-304800" lvl="0" marL="457200" algn="l">
              <a:lnSpc>
                <a:spcPct val="90000"/>
              </a:lnSpc>
              <a:spcBef>
                <a:spcPts val="1000"/>
              </a:spcBef>
              <a:spcAft>
                <a:spcPts val="0"/>
              </a:spcAft>
              <a:buClr>
                <a:srgbClr val="3D3C3C"/>
              </a:buClr>
              <a:buSzPts val="1200"/>
              <a:buChar char="•"/>
              <a:defRPr sz="1200">
                <a:solidFill>
                  <a:srgbClr val="3D3C3C"/>
                </a:solidFill>
              </a:defRPr>
            </a:lvl1pPr>
            <a:lvl2pPr indent="-304800" lvl="1" marL="914400" algn="l">
              <a:lnSpc>
                <a:spcPct val="90000"/>
              </a:lnSpc>
              <a:spcBef>
                <a:spcPts val="500"/>
              </a:spcBef>
              <a:spcAft>
                <a:spcPts val="0"/>
              </a:spcAft>
              <a:buClr>
                <a:srgbClr val="3D3C3C"/>
              </a:buClr>
              <a:buSzPts val="1200"/>
              <a:buFont typeface="Courier New"/>
              <a:buChar char="o"/>
              <a:defRPr sz="1200">
                <a:solidFill>
                  <a:srgbClr val="3D3C3C"/>
                </a:solidFill>
              </a:defRPr>
            </a:lvl2pPr>
            <a:lvl3pPr indent="-304800" lvl="2" marL="1371600" algn="l">
              <a:lnSpc>
                <a:spcPct val="90000"/>
              </a:lnSpc>
              <a:spcBef>
                <a:spcPts val="500"/>
              </a:spcBef>
              <a:spcAft>
                <a:spcPts val="0"/>
              </a:spcAft>
              <a:buClr>
                <a:srgbClr val="3D3C3C"/>
              </a:buClr>
              <a:buSzPts val="1200"/>
              <a:buFont typeface="Arial"/>
              <a:buChar char="-"/>
              <a:defRPr sz="1200">
                <a:solidFill>
                  <a:srgbClr val="3D3C3C"/>
                </a:solidFill>
              </a:defRPr>
            </a:lvl3pPr>
            <a:lvl4pPr indent="-304800" lvl="3" marL="1828800" algn="l">
              <a:lnSpc>
                <a:spcPct val="90000"/>
              </a:lnSpc>
              <a:spcBef>
                <a:spcPts val="500"/>
              </a:spcBef>
              <a:spcAft>
                <a:spcPts val="0"/>
              </a:spcAft>
              <a:buClr>
                <a:srgbClr val="3D3C3C"/>
              </a:buClr>
              <a:buSzPts val="1200"/>
              <a:buChar char="•"/>
              <a:defRPr sz="1200">
                <a:solidFill>
                  <a:srgbClr val="3D3C3C"/>
                </a:solidFill>
              </a:defRPr>
            </a:lvl4pPr>
            <a:lvl5pPr indent="-304800" lvl="4" marL="2286000" algn="l">
              <a:lnSpc>
                <a:spcPct val="90000"/>
              </a:lnSpc>
              <a:spcBef>
                <a:spcPts val="500"/>
              </a:spcBef>
              <a:spcAft>
                <a:spcPts val="0"/>
              </a:spcAft>
              <a:buClr>
                <a:srgbClr val="3D3C3C"/>
              </a:buClr>
              <a:buSzPts val="1200"/>
              <a:buFont typeface="Courier New"/>
              <a:buChar char="o"/>
              <a:defRPr sz="12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6" name="Google Shape;376;p57"/>
          <p:cNvSpPr txBox="1"/>
          <p:nvPr>
            <p:ph idx="5" type="body"/>
          </p:nvPr>
        </p:nvSpPr>
        <p:spPr>
          <a:xfrm>
            <a:off x="4686463" y="2659048"/>
            <a:ext cx="2810634" cy="3248660"/>
          </a:xfrm>
          <a:prstGeom prst="rect">
            <a:avLst/>
          </a:prstGeom>
          <a:noFill/>
          <a:ln>
            <a:noFill/>
          </a:ln>
        </p:spPr>
        <p:txBody>
          <a:bodyPr anchorCtr="0" anchor="t" bIns="45700" lIns="91425" spcFirstLastPara="1" rIns="91425" wrap="square" tIns="45700">
            <a:normAutofit/>
          </a:bodyPr>
          <a:lstStyle>
            <a:lvl1pPr indent="-304800" lvl="0" marL="457200" algn="l">
              <a:lnSpc>
                <a:spcPct val="90000"/>
              </a:lnSpc>
              <a:spcBef>
                <a:spcPts val="1000"/>
              </a:spcBef>
              <a:spcAft>
                <a:spcPts val="0"/>
              </a:spcAft>
              <a:buClr>
                <a:srgbClr val="3D3C3C"/>
              </a:buClr>
              <a:buSzPts val="1200"/>
              <a:buChar char="•"/>
              <a:defRPr sz="1200">
                <a:solidFill>
                  <a:srgbClr val="3D3C3C"/>
                </a:solidFill>
              </a:defRPr>
            </a:lvl1pPr>
            <a:lvl2pPr indent="-304800" lvl="1" marL="914400" algn="l">
              <a:lnSpc>
                <a:spcPct val="90000"/>
              </a:lnSpc>
              <a:spcBef>
                <a:spcPts val="500"/>
              </a:spcBef>
              <a:spcAft>
                <a:spcPts val="0"/>
              </a:spcAft>
              <a:buClr>
                <a:srgbClr val="3D3C3C"/>
              </a:buClr>
              <a:buSzPts val="1200"/>
              <a:buFont typeface="Courier New"/>
              <a:buChar char="o"/>
              <a:defRPr sz="1200">
                <a:solidFill>
                  <a:srgbClr val="3D3C3C"/>
                </a:solidFill>
              </a:defRPr>
            </a:lvl2pPr>
            <a:lvl3pPr indent="-304800" lvl="2" marL="1371600" algn="l">
              <a:lnSpc>
                <a:spcPct val="90000"/>
              </a:lnSpc>
              <a:spcBef>
                <a:spcPts val="500"/>
              </a:spcBef>
              <a:spcAft>
                <a:spcPts val="0"/>
              </a:spcAft>
              <a:buClr>
                <a:srgbClr val="3D3C3C"/>
              </a:buClr>
              <a:buSzPts val="1200"/>
              <a:buFont typeface="Arial"/>
              <a:buChar char="-"/>
              <a:defRPr sz="1200">
                <a:solidFill>
                  <a:srgbClr val="3D3C3C"/>
                </a:solidFill>
              </a:defRPr>
            </a:lvl3pPr>
            <a:lvl4pPr indent="-304800" lvl="3" marL="1828800" algn="l">
              <a:lnSpc>
                <a:spcPct val="90000"/>
              </a:lnSpc>
              <a:spcBef>
                <a:spcPts val="500"/>
              </a:spcBef>
              <a:spcAft>
                <a:spcPts val="0"/>
              </a:spcAft>
              <a:buClr>
                <a:srgbClr val="3D3C3C"/>
              </a:buClr>
              <a:buSzPts val="1200"/>
              <a:buChar char="•"/>
              <a:defRPr sz="1200">
                <a:solidFill>
                  <a:srgbClr val="3D3C3C"/>
                </a:solidFill>
              </a:defRPr>
            </a:lvl4pPr>
            <a:lvl5pPr indent="-304800" lvl="4" marL="2286000" algn="l">
              <a:lnSpc>
                <a:spcPct val="90000"/>
              </a:lnSpc>
              <a:spcBef>
                <a:spcPts val="500"/>
              </a:spcBef>
              <a:spcAft>
                <a:spcPts val="0"/>
              </a:spcAft>
              <a:buClr>
                <a:srgbClr val="3D3C3C"/>
              </a:buClr>
              <a:buSzPts val="1200"/>
              <a:buFont typeface="Courier New"/>
              <a:buChar char="o"/>
              <a:defRPr sz="12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7" name="Google Shape;377;p57"/>
          <p:cNvSpPr txBox="1"/>
          <p:nvPr>
            <p:ph idx="6" type="body"/>
          </p:nvPr>
        </p:nvSpPr>
        <p:spPr>
          <a:xfrm>
            <a:off x="8489220" y="2645410"/>
            <a:ext cx="2810634" cy="3248660"/>
          </a:xfrm>
          <a:prstGeom prst="rect">
            <a:avLst/>
          </a:prstGeom>
          <a:noFill/>
          <a:ln>
            <a:noFill/>
          </a:ln>
        </p:spPr>
        <p:txBody>
          <a:bodyPr anchorCtr="0" anchor="t" bIns="45700" lIns="91425" spcFirstLastPara="1" rIns="91425" wrap="square" tIns="45700">
            <a:normAutofit/>
          </a:bodyPr>
          <a:lstStyle>
            <a:lvl1pPr indent="-304800" lvl="0" marL="457200" algn="l">
              <a:lnSpc>
                <a:spcPct val="90000"/>
              </a:lnSpc>
              <a:spcBef>
                <a:spcPts val="1000"/>
              </a:spcBef>
              <a:spcAft>
                <a:spcPts val="0"/>
              </a:spcAft>
              <a:buClr>
                <a:srgbClr val="3D3C3C"/>
              </a:buClr>
              <a:buSzPts val="1200"/>
              <a:buChar char="•"/>
              <a:defRPr sz="1200">
                <a:solidFill>
                  <a:srgbClr val="3D3C3C"/>
                </a:solidFill>
              </a:defRPr>
            </a:lvl1pPr>
            <a:lvl2pPr indent="-304800" lvl="1" marL="914400" algn="l">
              <a:lnSpc>
                <a:spcPct val="90000"/>
              </a:lnSpc>
              <a:spcBef>
                <a:spcPts val="500"/>
              </a:spcBef>
              <a:spcAft>
                <a:spcPts val="0"/>
              </a:spcAft>
              <a:buClr>
                <a:srgbClr val="3D3C3C"/>
              </a:buClr>
              <a:buSzPts val="1200"/>
              <a:buFont typeface="Courier New"/>
              <a:buChar char="o"/>
              <a:defRPr sz="1200">
                <a:solidFill>
                  <a:srgbClr val="3D3C3C"/>
                </a:solidFill>
              </a:defRPr>
            </a:lvl2pPr>
            <a:lvl3pPr indent="-304800" lvl="2" marL="1371600" algn="l">
              <a:lnSpc>
                <a:spcPct val="90000"/>
              </a:lnSpc>
              <a:spcBef>
                <a:spcPts val="500"/>
              </a:spcBef>
              <a:spcAft>
                <a:spcPts val="0"/>
              </a:spcAft>
              <a:buClr>
                <a:srgbClr val="3D3C3C"/>
              </a:buClr>
              <a:buSzPts val="1200"/>
              <a:buFont typeface="Arial"/>
              <a:buChar char="-"/>
              <a:defRPr sz="1200">
                <a:solidFill>
                  <a:srgbClr val="3D3C3C"/>
                </a:solidFill>
              </a:defRPr>
            </a:lvl3pPr>
            <a:lvl4pPr indent="-304800" lvl="3" marL="1828800" algn="l">
              <a:lnSpc>
                <a:spcPct val="90000"/>
              </a:lnSpc>
              <a:spcBef>
                <a:spcPts val="500"/>
              </a:spcBef>
              <a:spcAft>
                <a:spcPts val="0"/>
              </a:spcAft>
              <a:buClr>
                <a:srgbClr val="3D3C3C"/>
              </a:buClr>
              <a:buSzPts val="1200"/>
              <a:buChar char="•"/>
              <a:defRPr sz="1200">
                <a:solidFill>
                  <a:srgbClr val="3D3C3C"/>
                </a:solidFill>
              </a:defRPr>
            </a:lvl4pPr>
            <a:lvl5pPr indent="-304800" lvl="4" marL="2286000" algn="l">
              <a:lnSpc>
                <a:spcPct val="90000"/>
              </a:lnSpc>
              <a:spcBef>
                <a:spcPts val="500"/>
              </a:spcBef>
              <a:spcAft>
                <a:spcPts val="0"/>
              </a:spcAft>
              <a:buClr>
                <a:srgbClr val="3D3C3C"/>
              </a:buClr>
              <a:buSzPts val="1200"/>
              <a:buFont typeface="Courier New"/>
              <a:buChar char="o"/>
              <a:defRPr sz="12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8" name="Google Shape;378;p57"/>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9" name="Google Shape;379;p57"/>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0" name="Google Shape;380;p57"/>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81" name="Google Shape;381;p57"/>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icons numbers">
  <p:cSld name="3 Column icons numbers">
    <p:bg>
      <p:bgPr>
        <a:solidFill>
          <a:schemeClr val="lt2"/>
        </a:solidFill>
      </p:bgPr>
    </p:bg>
    <p:spTree>
      <p:nvGrpSpPr>
        <p:cNvPr id="382" name="Shape 382"/>
        <p:cNvGrpSpPr/>
        <p:nvPr/>
      </p:nvGrpSpPr>
      <p:grpSpPr>
        <a:xfrm>
          <a:off x="0" y="0"/>
          <a:ext cx="0" cy="0"/>
          <a:chOff x="0" y="0"/>
          <a:chExt cx="0" cy="0"/>
        </a:xfrm>
      </p:grpSpPr>
      <p:sp>
        <p:nvSpPr>
          <p:cNvPr id="383" name="Google Shape;383;p58"/>
          <p:cNvSpPr txBox="1"/>
          <p:nvPr>
            <p:ph idx="1" type="body"/>
          </p:nvPr>
        </p:nvSpPr>
        <p:spPr>
          <a:xfrm>
            <a:off x="246523" y="1601470"/>
            <a:ext cx="822960" cy="82296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3D3C3C"/>
              </a:buClr>
              <a:buSzPts val="1600"/>
              <a:buNone/>
              <a:defRPr b="0" sz="1600">
                <a:solidFill>
                  <a:srgbClr val="3D3C3C"/>
                </a:solidFil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4" name="Google Shape;384;p58"/>
          <p:cNvSpPr txBox="1"/>
          <p:nvPr>
            <p:ph idx="2" type="body"/>
          </p:nvPr>
        </p:nvSpPr>
        <p:spPr>
          <a:xfrm>
            <a:off x="1148080" y="1601470"/>
            <a:ext cx="2573163" cy="8229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600"/>
              <a:buNone/>
              <a:defRPr b="1" sz="16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5" name="Google Shape;385;p58"/>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6" name="Google Shape;386;p58"/>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7" name="Google Shape;387;p58"/>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88" name="Google Shape;388;p58"/>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9" name="Google Shape;389;p58"/>
          <p:cNvSpPr txBox="1"/>
          <p:nvPr>
            <p:ph idx="3" type="body"/>
          </p:nvPr>
        </p:nvSpPr>
        <p:spPr>
          <a:xfrm>
            <a:off x="246522" y="2511247"/>
            <a:ext cx="3474720" cy="3716833"/>
          </a:xfrm>
          <a:prstGeom prst="rect">
            <a:avLst/>
          </a:prstGeom>
          <a:noFill/>
          <a:ln>
            <a:noFill/>
          </a:ln>
        </p:spPr>
        <p:txBody>
          <a:bodyPr anchorCtr="0" anchor="t" bIns="45700" lIns="91425" spcFirstLastPara="1" rIns="91425" wrap="square" tIns="45700">
            <a:normAutofit/>
          </a:bodyPr>
          <a:lstStyle>
            <a:lvl1pPr indent="-298450" lvl="0" marL="457200" algn="l">
              <a:lnSpc>
                <a:spcPct val="90000"/>
              </a:lnSpc>
              <a:spcBef>
                <a:spcPts val="1000"/>
              </a:spcBef>
              <a:spcAft>
                <a:spcPts val="0"/>
              </a:spcAft>
              <a:buClr>
                <a:srgbClr val="3D3C3C"/>
              </a:buClr>
              <a:buSzPts val="1100"/>
              <a:buChar char="•"/>
              <a:defRPr sz="1100">
                <a:solidFill>
                  <a:srgbClr val="3D3C3C"/>
                </a:solidFill>
              </a:defRPr>
            </a:lvl1pPr>
            <a:lvl2pPr indent="-298450" lvl="1" marL="914400" algn="l">
              <a:lnSpc>
                <a:spcPct val="90000"/>
              </a:lnSpc>
              <a:spcBef>
                <a:spcPts val="500"/>
              </a:spcBef>
              <a:spcAft>
                <a:spcPts val="0"/>
              </a:spcAft>
              <a:buClr>
                <a:srgbClr val="3D3C3C"/>
              </a:buClr>
              <a:buSzPts val="1100"/>
              <a:buChar char="o"/>
              <a:defRPr sz="1100">
                <a:solidFill>
                  <a:srgbClr val="3D3C3C"/>
                </a:solidFill>
              </a:defRPr>
            </a:lvl2pPr>
            <a:lvl3pPr indent="-298450" lvl="2" marL="1371600" algn="l">
              <a:lnSpc>
                <a:spcPct val="90000"/>
              </a:lnSpc>
              <a:spcBef>
                <a:spcPts val="500"/>
              </a:spcBef>
              <a:spcAft>
                <a:spcPts val="0"/>
              </a:spcAft>
              <a:buClr>
                <a:srgbClr val="3D3C3C"/>
              </a:buClr>
              <a:buSzPts val="1100"/>
              <a:buFont typeface="Arial"/>
              <a:buChar char="-"/>
              <a:defRPr sz="1100">
                <a:solidFill>
                  <a:srgbClr val="3D3C3C"/>
                </a:solidFill>
              </a:defRPr>
            </a:lvl3pPr>
            <a:lvl4pPr indent="-298450" lvl="3" marL="1828800" algn="l">
              <a:lnSpc>
                <a:spcPct val="90000"/>
              </a:lnSpc>
              <a:spcBef>
                <a:spcPts val="500"/>
              </a:spcBef>
              <a:spcAft>
                <a:spcPts val="0"/>
              </a:spcAft>
              <a:buClr>
                <a:srgbClr val="3D3C3C"/>
              </a:buClr>
              <a:buSzPts val="1100"/>
              <a:buChar char="•"/>
              <a:defRPr sz="1100">
                <a:solidFill>
                  <a:srgbClr val="3D3C3C"/>
                </a:solidFill>
              </a:defRPr>
            </a:lvl4pPr>
            <a:lvl5pPr indent="-298450" lvl="4" marL="2286000" algn="l">
              <a:lnSpc>
                <a:spcPct val="90000"/>
              </a:lnSpc>
              <a:spcBef>
                <a:spcPts val="500"/>
              </a:spcBef>
              <a:spcAft>
                <a:spcPts val="0"/>
              </a:spcAft>
              <a:buClr>
                <a:srgbClr val="3D3C3C"/>
              </a:buClr>
              <a:buSzPts val="1100"/>
              <a:buChar char="o"/>
              <a:defRPr sz="11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0" name="Google Shape;390;p58"/>
          <p:cNvSpPr txBox="1"/>
          <p:nvPr>
            <p:ph idx="4" type="body"/>
          </p:nvPr>
        </p:nvSpPr>
        <p:spPr>
          <a:xfrm>
            <a:off x="4355397" y="2511247"/>
            <a:ext cx="3474720" cy="3716833"/>
          </a:xfrm>
          <a:prstGeom prst="rect">
            <a:avLst/>
          </a:prstGeom>
          <a:noFill/>
          <a:ln>
            <a:noFill/>
          </a:ln>
        </p:spPr>
        <p:txBody>
          <a:bodyPr anchorCtr="0" anchor="t" bIns="45700" lIns="91425" spcFirstLastPara="1" rIns="91425" wrap="square" tIns="45700">
            <a:normAutofit/>
          </a:bodyPr>
          <a:lstStyle>
            <a:lvl1pPr indent="-304800" lvl="0" marL="457200" algn="l">
              <a:lnSpc>
                <a:spcPct val="90000"/>
              </a:lnSpc>
              <a:spcBef>
                <a:spcPts val="1000"/>
              </a:spcBef>
              <a:spcAft>
                <a:spcPts val="0"/>
              </a:spcAft>
              <a:buClr>
                <a:srgbClr val="3D3C3C"/>
              </a:buClr>
              <a:buSzPts val="1200"/>
              <a:buChar char="•"/>
              <a:defRPr sz="1200">
                <a:solidFill>
                  <a:srgbClr val="3D3C3C"/>
                </a:solidFill>
              </a:defRPr>
            </a:lvl1pPr>
            <a:lvl2pPr indent="-304800" lvl="1" marL="914400" algn="l">
              <a:lnSpc>
                <a:spcPct val="90000"/>
              </a:lnSpc>
              <a:spcBef>
                <a:spcPts val="500"/>
              </a:spcBef>
              <a:spcAft>
                <a:spcPts val="0"/>
              </a:spcAft>
              <a:buClr>
                <a:srgbClr val="3D3C3C"/>
              </a:buClr>
              <a:buSzPts val="1200"/>
              <a:buChar char="o"/>
              <a:defRPr sz="1200">
                <a:solidFill>
                  <a:srgbClr val="3D3C3C"/>
                </a:solidFill>
              </a:defRPr>
            </a:lvl2pPr>
            <a:lvl3pPr indent="-304800" lvl="2" marL="1371600" algn="l">
              <a:lnSpc>
                <a:spcPct val="90000"/>
              </a:lnSpc>
              <a:spcBef>
                <a:spcPts val="500"/>
              </a:spcBef>
              <a:spcAft>
                <a:spcPts val="0"/>
              </a:spcAft>
              <a:buClr>
                <a:srgbClr val="3D3C3C"/>
              </a:buClr>
              <a:buSzPts val="1200"/>
              <a:buFont typeface="Arial"/>
              <a:buChar char="-"/>
              <a:defRPr sz="1200">
                <a:solidFill>
                  <a:srgbClr val="3D3C3C"/>
                </a:solidFill>
              </a:defRPr>
            </a:lvl3pPr>
            <a:lvl4pPr indent="-304800" lvl="3" marL="1828800" algn="l">
              <a:lnSpc>
                <a:spcPct val="90000"/>
              </a:lnSpc>
              <a:spcBef>
                <a:spcPts val="500"/>
              </a:spcBef>
              <a:spcAft>
                <a:spcPts val="0"/>
              </a:spcAft>
              <a:buClr>
                <a:srgbClr val="3D3C3C"/>
              </a:buClr>
              <a:buSzPts val="1200"/>
              <a:buChar char="•"/>
              <a:defRPr sz="1200">
                <a:solidFill>
                  <a:srgbClr val="3D3C3C"/>
                </a:solidFill>
              </a:defRPr>
            </a:lvl4pPr>
            <a:lvl5pPr indent="-304800" lvl="4" marL="2286000" algn="l">
              <a:lnSpc>
                <a:spcPct val="90000"/>
              </a:lnSpc>
              <a:spcBef>
                <a:spcPts val="500"/>
              </a:spcBef>
              <a:spcAft>
                <a:spcPts val="0"/>
              </a:spcAft>
              <a:buClr>
                <a:srgbClr val="3D3C3C"/>
              </a:buClr>
              <a:buSzPts val="1200"/>
              <a:buChar char="o"/>
              <a:defRPr sz="12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1" name="Google Shape;391;p58"/>
          <p:cNvSpPr txBox="1"/>
          <p:nvPr>
            <p:ph idx="5" type="body"/>
          </p:nvPr>
        </p:nvSpPr>
        <p:spPr>
          <a:xfrm>
            <a:off x="8470759" y="2511247"/>
            <a:ext cx="3474720" cy="3716833"/>
          </a:xfrm>
          <a:prstGeom prst="rect">
            <a:avLst/>
          </a:prstGeom>
          <a:noFill/>
          <a:ln>
            <a:noFill/>
          </a:ln>
        </p:spPr>
        <p:txBody>
          <a:bodyPr anchorCtr="0" anchor="t" bIns="45700" lIns="91425" spcFirstLastPara="1" rIns="91425" wrap="square" tIns="45700">
            <a:normAutofit/>
          </a:bodyPr>
          <a:lstStyle>
            <a:lvl1pPr indent="-304800" lvl="0" marL="457200" algn="l">
              <a:lnSpc>
                <a:spcPct val="90000"/>
              </a:lnSpc>
              <a:spcBef>
                <a:spcPts val="1000"/>
              </a:spcBef>
              <a:spcAft>
                <a:spcPts val="0"/>
              </a:spcAft>
              <a:buClr>
                <a:srgbClr val="3D3C3C"/>
              </a:buClr>
              <a:buSzPts val="1200"/>
              <a:buChar char="•"/>
              <a:defRPr sz="1200">
                <a:solidFill>
                  <a:srgbClr val="3D3C3C"/>
                </a:solidFill>
              </a:defRPr>
            </a:lvl1pPr>
            <a:lvl2pPr indent="-304800" lvl="1" marL="914400" algn="l">
              <a:lnSpc>
                <a:spcPct val="90000"/>
              </a:lnSpc>
              <a:spcBef>
                <a:spcPts val="500"/>
              </a:spcBef>
              <a:spcAft>
                <a:spcPts val="0"/>
              </a:spcAft>
              <a:buClr>
                <a:srgbClr val="3D3C3C"/>
              </a:buClr>
              <a:buSzPts val="1200"/>
              <a:buChar char="o"/>
              <a:defRPr sz="1200">
                <a:solidFill>
                  <a:srgbClr val="3D3C3C"/>
                </a:solidFill>
              </a:defRPr>
            </a:lvl2pPr>
            <a:lvl3pPr indent="-304800" lvl="2" marL="1371600" algn="l">
              <a:lnSpc>
                <a:spcPct val="90000"/>
              </a:lnSpc>
              <a:spcBef>
                <a:spcPts val="500"/>
              </a:spcBef>
              <a:spcAft>
                <a:spcPts val="0"/>
              </a:spcAft>
              <a:buClr>
                <a:srgbClr val="3D3C3C"/>
              </a:buClr>
              <a:buSzPts val="1200"/>
              <a:buFont typeface="Arial"/>
              <a:buChar char="-"/>
              <a:defRPr sz="1200">
                <a:solidFill>
                  <a:srgbClr val="3D3C3C"/>
                </a:solidFill>
              </a:defRPr>
            </a:lvl3pPr>
            <a:lvl4pPr indent="-304800" lvl="3" marL="1828800" algn="l">
              <a:lnSpc>
                <a:spcPct val="90000"/>
              </a:lnSpc>
              <a:spcBef>
                <a:spcPts val="500"/>
              </a:spcBef>
              <a:spcAft>
                <a:spcPts val="0"/>
              </a:spcAft>
              <a:buClr>
                <a:srgbClr val="3D3C3C"/>
              </a:buClr>
              <a:buSzPts val="1200"/>
              <a:buChar char="•"/>
              <a:defRPr sz="1200">
                <a:solidFill>
                  <a:srgbClr val="3D3C3C"/>
                </a:solidFill>
              </a:defRPr>
            </a:lvl4pPr>
            <a:lvl5pPr indent="-304800" lvl="4" marL="2286000" algn="l">
              <a:lnSpc>
                <a:spcPct val="90000"/>
              </a:lnSpc>
              <a:spcBef>
                <a:spcPts val="500"/>
              </a:spcBef>
              <a:spcAft>
                <a:spcPts val="0"/>
              </a:spcAft>
              <a:buClr>
                <a:srgbClr val="3D3C3C"/>
              </a:buClr>
              <a:buSzPts val="1200"/>
              <a:buChar char="o"/>
              <a:defRPr sz="12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2" name="Google Shape;392;p58"/>
          <p:cNvSpPr txBox="1"/>
          <p:nvPr>
            <p:ph idx="6" type="body"/>
          </p:nvPr>
        </p:nvSpPr>
        <p:spPr>
          <a:xfrm>
            <a:off x="4355397" y="1601470"/>
            <a:ext cx="822960" cy="82296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3D3C3C"/>
              </a:buClr>
              <a:buSzPts val="1600"/>
              <a:buNone/>
              <a:defRPr b="0" sz="1600">
                <a:solidFill>
                  <a:srgbClr val="3D3C3C"/>
                </a:solidFil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3" name="Google Shape;393;p58"/>
          <p:cNvSpPr txBox="1"/>
          <p:nvPr>
            <p:ph idx="7" type="body"/>
          </p:nvPr>
        </p:nvSpPr>
        <p:spPr>
          <a:xfrm>
            <a:off x="5261115" y="1601470"/>
            <a:ext cx="2569002" cy="8229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600"/>
              <a:buNone/>
              <a:defRPr b="1" sz="16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4" name="Google Shape;394;p58"/>
          <p:cNvSpPr txBox="1"/>
          <p:nvPr>
            <p:ph idx="8" type="body"/>
          </p:nvPr>
        </p:nvSpPr>
        <p:spPr>
          <a:xfrm>
            <a:off x="8470757" y="1601470"/>
            <a:ext cx="822960" cy="82296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3D3C3C"/>
              </a:buClr>
              <a:buSzPts val="1600"/>
              <a:buNone/>
              <a:defRPr b="0" sz="1600">
                <a:solidFill>
                  <a:srgbClr val="3D3C3C"/>
                </a:solidFil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5" name="Google Shape;395;p58"/>
          <p:cNvSpPr txBox="1"/>
          <p:nvPr>
            <p:ph idx="9" type="body"/>
          </p:nvPr>
        </p:nvSpPr>
        <p:spPr>
          <a:xfrm>
            <a:off x="9376475" y="1601470"/>
            <a:ext cx="2569002" cy="8229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600"/>
              <a:buNone/>
              <a:defRPr b="1" sz="16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96" name="Google Shape;396;p58"/>
          <p:cNvCxnSpPr/>
          <p:nvPr/>
        </p:nvCxnSpPr>
        <p:spPr>
          <a:xfrm>
            <a:off x="4014107" y="1601470"/>
            <a:ext cx="0" cy="4626610"/>
          </a:xfrm>
          <a:prstGeom prst="straightConnector1">
            <a:avLst/>
          </a:prstGeom>
          <a:noFill/>
          <a:ln cap="flat" cmpd="sng" w="9525">
            <a:solidFill>
              <a:schemeClr val="accent5"/>
            </a:solidFill>
            <a:prstDash val="solid"/>
            <a:miter lim="800000"/>
            <a:headEnd len="sm" w="sm" type="none"/>
            <a:tailEnd len="sm" w="sm" type="none"/>
          </a:ln>
        </p:spPr>
      </p:cxnSp>
      <p:cxnSp>
        <p:nvCxnSpPr>
          <p:cNvPr id="397" name="Google Shape;397;p58"/>
          <p:cNvCxnSpPr/>
          <p:nvPr/>
        </p:nvCxnSpPr>
        <p:spPr>
          <a:xfrm>
            <a:off x="8150679" y="1601470"/>
            <a:ext cx="0" cy="4626610"/>
          </a:xfrm>
          <a:prstGeom prst="straightConnector1">
            <a:avLst/>
          </a:prstGeom>
          <a:noFill/>
          <a:ln cap="flat" cmpd="sng" w="9525">
            <a:solidFill>
              <a:schemeClr val="accent5"/>
            </a:solidFill>
            <a:prstDash val="solid"/>
            <a:miter lim="800000"/>
            <a:headEnd len="sm" w="sm" type="none"/>
            <a:tailEnd len="sm" w="sm"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ections">
  <p:cSld name="4 Sections">
    <p:spTree>
      <p:nvGrpSpPr>
        <p:cNvPr id="398" name="Shape 398"/>
        <p:cNvGrpSpPr/>
        <p:nvPr/>
      </p:nvGrpSpPr>
      <p:grpSpPr>
        <a:xfrm>
          <a:off x="0" y="0"/>
          <a:ext cx="0" cy="0"/>
          <a:chOff x="0" y="0"/>
          <a:chExt cx="0" cy="0"/>
        </a:xfrm>
      </p:grpSpPr>
      <p:sp>
        <p:nvSpPr>
          <p:cNvPr id="399" name="Google Shape;399;p59"/>
          <p:cNvSpPr txBox="1"/>
          <p:nvPr>
            <p:ph idx="1" type="body"/>
          </p:nvPr>
        </p:nvSpPr>
        <p:spPr>
          <a:xfrm>
            <a:off x="250144" y="2940522"/>
            <a:ext cx="2569255" cy="3272498"/>
          </a:xfrm>
          <a:prstGeom prst="rect">
            <a:avLst/>
          </a:prstGeom>
          <a:noFill/>
          <a:ln>
            <a:noFill/>
          </a:ln>
        </p:spPr>
        <p:txBody>
          <a:bodyPr anchorCtr="0" anchor="t" bIns="45700" lIns="91425" spcFirstLastPara="1" rIns="91425" wrap="square" tIns="45700">
            <a:normAutofit/>
          </a:bodyPr>
          <a:lstStyle>
            <a:lvl1pPr indent="-304800" lvl="0" marL="457200" algn="l">
              <a:lnSpc>
                <a:spcPct val="90000"/>
              </a:lnSpc>
              <a:spcBef>
                <a:spcPts val="1000"/>
              </a:spcBef>
              <a:spcAft>
                <a:spcPts val="0"/>
              </a:spcAft>
              <a:buClr>
                <a:srgbClr val="3D3C3C"/>
              </a:buClr>
              <a:buSzPts val="1200"/>
              <a:buChar char="•"/>
              <a:defRPr sz="1200">
                <a:solidFill>
                  <a:srgbClr val="3D3C3C"/>
                </a:solidFill>
              </a:defRPr>
            </a:lvl1pPr>
            <a:lvl2pPr indent="-304800" lvl="1" marL="914400" algn="l">
              <a:lnSpc>
                <a:spcPct val="90000"/>
              </a:lnSpc>
              <a:spcBef>
                <a:spcPts val="500"/>
              </a:spcBef>
              <a:spcAft>
                <a:spcPts val="0"/>
              </a:spcAft>
              <a:buClr>
                <a:srgbClr val="3D3C3C"/>
              </a:buClr>
              <a:buSzPts val="1200"/>
              <a:buChar char="o"/>
              <a:defRPr sz="1200">
                <a:solidFill>
                  <a:srgbClr val="3D3C3C"/>
                </a:solidFill>
              </a:defRPr>
            </a:lvl2pPr>
            <a:lvl3pPr indent="-304800" lvl="2" marL="1371600" algn="l">
              <a:lnSpc>
                <a:spcPct val="90000"/>
              </a:lnSpc>
              <a:spcBef>
                <a:spcPts val="500"/>
              </a:spcBef>
              <a:spcAft>
                <a:spcPts val="0"/>
              </a:spcAft>
              <a:buClr>
                <a:srgbClr val="3D3C3C"/>
              </a:buClr>
              <a:buSzPts val="1200"/>
              <a:buFont typeface="Arial"/>
              <a:buChar char="-"/>
              <a:defRPr sz="1200">
                <a:solidFill>
                  <a:srgbClr val="3D3C3C"/>
                </a:solidFill>
              </a:defRPr>
            </a:lvl3pPr>
            <a:lvl4pPr indent="-304800" lvl="3" marL="1828800" algn="l">
              <a:lnSpc>
                <a:spcPct val="90000"/>
              </a:lnSpc>
              <a:spcBef>
                <a:spcPts val="500"/>
              </a:spcBef>
              <a:spcAft>
                <a:spcPts val="0"/>
              </a:spcAft>
              <a:buClr>
                <a:srgbClr val="3D3C3C"/>
              </a:buClr>
              <a:buSzPts val="1200"/>
              <a:buChar char="•"/>
              <a:defRPr sz="1200">
                <a:solidFill>
                  <a:srgbClr val="3D3C3C"/>
                </a:solidFill>
              </a:defRPr>
            </a:lvl4pPr>
            <a:lvl5pPr indent="-304800" lvl="4" marL="2286000" algn="l">
              <a:lnSpc>
                <a:spcPct val="90000"/>
              </a:lnSpc>
              <a:spcBef>
                <a:spcPts val="500"/>
              </a:spcBef>
              <a:spcAft>
                <a:spcPts val="0"/>
              </a:spcAft>
              <a:buClr>
                <a:srgbClr val="3D3C3C"/>
              </a:buClr>
              <a:buSzPts val="1200"/>
              <a:buChar char="o"/>
              <a:defRPr sz="12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0" name="Google Shape;400;p59"/>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1" name="Google Shape;401;p59"/>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2" name="Google Shape;402;p59"/>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3" name="Google Shape;403;p59"/>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4" name="Google Shape;404;p59"/>
          <p:cNvSpPr txBox="1"/>
          <p:nvPr>
            <p:ph idx="2" type="body"/>
          </p:nvPr>
        </p:nvSpPr>
        <p:spPr>
          <a:xfrm>
            <a:off x="3265777" y="2940523"/>
            <a:ext cx="2590800" cy="3272498"/>
          </a:xfrm>
          <a:prstGeom prst="rect">
            <a:avLst/>
          </a:prstGeom>
          <a:noFill/>
          <a:ln>
            <a:noFill/>
          </a:ln>
        </p:spPr>
        <p:txBody>
          <a:bodyPr anchorCtr="0" anchor="t" bIns="45700" lIns="91425" spcFirstLastPara="1" rIns="91425" wrap="square" tIns="45700">
            <a:normAutofit/>
          </a:bodyPr>
          <a:lstStyle>
            <a:lvl1pPr indent="-304800" lvl="0" marL="457200" algn="l">
              <a:lnSpc>
                <a:spcPct val="90000"/>
              </a:lnSpc>
              <a:spcBef>
                <a:spcPts val="1000"/>
              </a:spcBef>
              <a:spcAft>
                <a:spcPts val="0"/>
              </a:spcAft>
              <a:buClr>
                <a:srgbClr val="3D3C3C"/>
              </a:buClr>
              <a:buSzPts val="1200"/>
              <a:buChar char="•"/>
              <a:defRPr sz="1200">
                <a:solidFill>
                  <a:srgbClr val="3D3C3C"/>
                </a:solidFill>
              </a:defRPr>
            </a:lvl1pPr>
            <a:lvl2pPr indent="-304800" lvl="1" marL="914400" algn="l">
              <a:lnSpc>
                <a:spcPct val="90000"/>
              </a:lnSpc>
              <a:spcBef>
                <a:spcPts val="500"/>
              </a:spcBef>
              <a:spcAft>
                <a:spcPts val="0"/>
              </a:spcAft>
              <a:buClr>
                <a:srgbClr val="3D3C3C"/>
              </a:buClr>
              <a:buSzPts val="1200"/>
              <a:buChar char="o"/>
              <a:defRPr sz="1200">
                <a:solidFill>
                  <a:srgbClr val="3D3C3C"/>
                </a:solidFill>
              </a:defRPr>
            </a:lvl2pPr>
            <a:lvl3pPr indent="-304800" lvl="2" marL="1371600" algn="l">
              <a:lnSpc>
                <a:spcPct val="90000"/>
              </a:lnSpc>
              <a:spcBef>
                <a:spcPts val="500"/>
              </a:spcBef>
              <a:spcAft>
                <a:spcPts val="0"/>
              </a:spcAft>
              <a:buClr>
                <a:srgbClr val="3D3C3C"/>
              </a:buClr>
              <a:buSzPts val="1200"/>
              <a:buFont typeface="Arial"/>
              <a:buChar char="-"/>
              <a:defRPr sz="1200">
                <a:solidFill>
                  <a:srgbClr val="3D3C3C"/>
                </a:solidFill>
              </a:defRPr>
            </a:lvl3pPr>
            <a:lvl4pPr indent="-304800" lvl="3" marL="1828800" algn="l">
              <a:lnSpc>
                <a:spcPct val="90000"/>
              </a:lnSpc>
              <a:spcBef>
                <a:spcPts val="500"/>
              </a:spcBef>
              <a:spcAft>
                <a:spcPts val="0"/>
              </a:spcAft>
              <a:buClr>
                <a:srgbClr val="3D3C3C"/>
              </a:buClr>
              <a:buSzPts val="1200"/>
              <a:buChar char="•"/>
              <a:defRPr sz="1200">
                <a:solidFill>
                  <a:srgbClr val="3D3C3C"/>
                </a:solidFill>
              </a:defRPr>
            </a:lvl4pPr>
            <a:lvl5pPr indent="-304800" lvl="4" marL="2286000" algn="l">
              <a:lnSpc>
                <a:spcPct val="90000"/>
              </a:lnSpc>
              <a:spcBef>
                <a:spcPts val="500"/>
              </a:spcBef>
              <a:spcAft>
                <a:spcPts val="0"/>
              </a:spcAft>
              <a:buClr>
                <a:srgbClr val="3D3C3C"/>
              </a:buClr>
              <a:buSzPts val="1200"/>
              <a:buChar char="o"/>
              <a:defRPr sz="12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5" name="Google Shape;405;p59"/>
          <p:cNvSpPr txBox="1"/>
          <p:nvPr>
            <p:ph idx="3" type="body"/>
          </p:nvPr>
        </p:nvSpPr>
        <p:spPr>
          <a:xfrm>
            <a:off x="6324600" y="2949502"/>
            <a:ext cx="2590800" cy="3272498"/>
          </a:xfrm>
          <a:prstGeom prst="rect">
            <a:avLst/>
          </a:prstGeom>
          <a:noFill/>
          <a:ln>
            <a:noFill/>
          </a:ln>
        </p:spPr>
        <p:txBody>
          <a:bodyPr anchorCtr="0" anchor="t" bIns="45700" lIns="91425" spcFirstLastPara="1" rIns="91425" wrap="square" tIns="45700">
            <a:normAutofit/>
          </a:bodyPr>
          <a:lstStyle>
            <a:lvl1pPr indent="-304800" lvl="0" marL="457200" algn="l">
              <a:lnSpc>
                <a:spcPct val="90000"/>
              </a:lnSpc>
              <a:spcBef>
                <a:spcPts val="1000"/>
              </a:spcBef>
              <a:spcAft>
                <a:spcPts val="0"/>
              </a:spcAft>
              <a:buClr>
                <a:srgbClr val="3D3C3C"/>
              </a:buClr>
              <a:buSzPts val="1200"/>
              <a:buChar char="•"/>
              <a:defRPr sz="1200">
                <a:solidFill>
                  <a:srgbClr val="3D3C3C"/>
                </a:solidFill>
              </a:defRPr>
            </a:lvl1pPr>
            <a:lvl2pPr indent="-304800" lvl="1" marL="914400" algn="l">
              <a:lnSpc>
                <a:spcPct val="90000"/>
              </a:lnSpc>
              <a:spcBef>
                <a:spcPts val="500"/>
              </a:spcBef>
              <a:spcAft>
                <a:spcPts val="0"/>
              </a:spcAft>
              <a:buClr>
                <a:srgbClr val="3D3C3C"/>
              </a:buClr>
              <a:buSzPts val="1200"/>
              <a:buChar char="o"/>
              <a:defRPr sz="1200">
                <a:solidFill>
                  <a:srgbClr val="3D3C3C"/>
                </a:solidFill>
              </a:defRPr>
            </a:lvl2pPr>
            <a:lvl3pPr indent="-304800" lvl="2" marL="1371600" algn="l">
              <a:lnSpc>
                <a:spcPct val="90000"/>
              </a:lnSpc>
              <a:spcBef>
                <a:spcPts val="500"/>
              </a:spcBef>
              <a:spcAft>
                <a:spcPts val="0"/>
              </a:spcAft>
              <a:buClr>
                <a:srgbClr val="3D3C3C"/>
              </a:buClr>
              <a:buSzPts val="1200"/>
              <a:buFont typeface="Arial"/>
              <a:buChar char="-"/>
              <a:defRPr sz="1200">
                <a:solidFill>
                  <a:srgbClr val="3D3C3C"/>
                </a:solidFill>
              </a:defRPr>
            </a:lvl3pPr>
            <a:lvl4pPr indent="-304800" lvl="3" marL="1828800" algn="l">
              <a:lnSpc>
                <a:spcPct val="90000"/>
              </a:lnSpc>
              <a:spcBef>
                <a:spcPts val="500"/>
              </a:spcBef>
              <a:spcAft>
                <a:spcPts val="0"/>
              </a:spcAft>
              <a:buClr>
                <a:srgbClr val="3D3C3C"/>
              </a:buClr>
              <a:buSzPts val="1200"/>
              <a:buChar char="•"/>
              <a:defRPr sz="1200">
                <a:solidFill>
                  <a:srgbClr val="3D3C3C"/>
                </a:solidFill>
              </a:defRPr>
            </a:lvl4pPr>
            <a:lvl5pPr indent="-304800" lvl="4" marL="2286000" algn="l">
              <a:lnSpc>
                <a:spcPct val="90000"/>
              </a:lnSpc>
              <a:spcBef>
                <a:spcPts val="500"/>
              </a:spcBef>
              <a:spcAft>
                <a:spcPts val="0"/>
              </a:spcAft>
              <a:buClr>
                <a:srgbClr val="3D3C3C"/>
              </a:buClr>
              <a:buSzPts val="1200"/>
              <a:buChar char="o"/>
              <a:defRPr sz="12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6" name="Google Shape;406;p59"/>
          <p:cNvSpPr txBox="1"/>
          <p:nvPr>
            <p:ph idx="4" type="body"/>
          </p:nvPr>
        </p:nvSpPr>
        <p:spPr>
          <a:xfrm>
            <a:off x="9374988" y="2940522"/>
            <a:ext cx="2590800" cy="3272498"/>
          </a:xfrm>
          <a:prstGeom prst="rect">
            <a:avLst/>
          </a:prstGeom>
          <a:noFill/>
          <a:ln>
            <a:noFill/>
          </a:ln>
        </p:spPr>
        <p:txBody>
          <a:bodyPr anchorCtr="0" anchor="t" bIns="45700" lIns="91425" spcFirstLastPara="1" rIns="91425" wrap="square" tIns="45700">
            <a:normAutofit/>
          </a:bodyPr>
          <a:lstStyle>
            <a:lvl1pPr indent="-304800" lvl="0" marL="457200" algn="l">
              <a:lnSpc>
                <a:spcPct val="90000"/>
              </a:lnSpc>
              <a:spcBef>
                <a:spcPts val="1000"/>
              </a:spcBef>
              <a:spcAft>
                <a:spcPts val="0"/>
              </a:spcAft>
              <a:buClr>
                <a:srgbClr val="3D3C3C"/>
              </a:buClr>
              <a:buSzPts val="1200"/>
              <a:buChar char="•"/>
              <a:defRPr sz="1200">
                <a:solidFill>
                  <a:srgbClr val="3D3C3C"/>
                </a:solidFill>
              </a:defRPr>
            </a:lvl1pPr>
            <a:lvl2pPr indent="-304800" lvl="1" marL="914400" algn="l">
              <a:lnSpc>
                <a:spcPct val="90000"/>
              </a:lnSpc>
              <a:spcBef>
                <a:spcPts val="500"/>
              </a:spcBef>
              <a:spcAft>
                <a:spcPts val="0"/>
              </a:spcAft>
              <a:buClr>
                <a:srgbClr val="3D3C3C"/>
              </a:buClr>
              <a:buSzPts val="1200"/>
              <a:buChar char="o"/>
              <a:defRPr sz="1200">
                <a:solidFill>
                  <a:srgbClr val="3D3C3C"/>
                </a:solidFill>
              </a:defRPr>
            </a:lvl2pPr>
            <a:lvl3pPr indent="-304800" lvl="2" marL="1371600" algn="l">
              <a:lnSpc>
                <a:spcPct val="90000"/>
              </a:lnSpc>
              <a:spcBef>
                <a:spcPts val="500"/>
              </a:spcBef>
              <a:spcAft>
                <a:spcPts val="0"/>
              </a:spcAft>
              <a:buClr>
                <a:srgbClr val="3D3C3C"/>
              </a:buClr>
              <a:buSzPts val="1200"/>
              <a:buFont typeface="Arial"/>
              <a:buChar char="-"/>
              <a:defRPr sz="1200">
                <a:solidFill>
                  <a:srgbClr val="3D3C3C"/>
                </a:solidFill>
              </a:defRPr>
            </a:lvl3pPr>
            <a:lvl4pPr indent="-304800" lvl="3" marL="1828800" algn="l">
              <a:lnSpc>
                <a:spcPct val="90000"/>
              </a:lnSpc>
              <a:spcBef>
                <a:spcPts val="500"/>
              </a:spcBef>
              <a:spcAft>
                <a:spcPts val="0"/>
              </a:spcAft>
              <a:buClr>
                <a:srgbClr val="3D3C3C"/>
              </a:buClr>
              <a:buSzPts val="1200"/>
              <a:buChar char="•"/>
              <a:defRPr sz="1200">
                <a:solidFill>
                  <a:srgbClr val="3D3C3C"/>
                </a:solidFill>
              </a:defRPr>
            </a:lvl4pPr>
            <a:lvl5pPr indent="-304800" lvl="4" marL="2286000" algn="l">
              <a:lnSpc>
                <a:spcPct val="90000"/>
              </a:lnSpc>
              <a:spcBef>
                <a:spcPts val="500"/>
              </a:spcBef>
              <a:spcAft>
                <a:spcPts val="0"/>
              </a:spcAft>
              <a:buClr>
                <a:srgbClr val="3D3C3C"/>
              </a:buClr>
              <a:buSzPts val="1200"/>
              <a:buChar char="o"/>
              <a:defRPr sz="12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7" name="Google Shape;407;p59"/>
          <p:cNvSpPr/>
          <p:nvPr>
            <p:ph idx="5" type="pic"/>
          </p:nvPr>
        </p:nvSpPr>
        <p:spPr>
          <a:xfrm>
            <a:off x="250145" y="1609997"/>
            <a:ext cx="723664" cy="723664"/>
          </a:xfrm>
          <a:prstGeom prst="rect">
            <a:avLst/>
          </a:prstGeom>
          <a:noFill/>
          <a:ln>
            <a:noFill/>
          </a:ln>
        </p:spPr>
      </p:sp>
      <p:sp>
        <p:nvSpPr>
          <p:cNvPr id="408" name="Google Shape;408;p59"/>
          <p:cNvSpPr txBox="1"/>
          <p:nvPr>
            <p:ph idx="6" type="body"/>
          </p:nvPr>
        </p:nvSpPr>
        <p:spPr>
          <a:xfrm>
            <a:off x="250146" y="2409064"/>
            <a:ext cx="2569254" cy="45605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200"/>
              <a:buNone/>
              <a:defRPr b="1" sz="12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9" name="Google Shape;409;p59"/>
          <p:cNvSpPr/>
          <p:nvPr>
            <p:ph idx="7" type="pic"/>
          </p:nvPr>
        </p:nvSpPr>
        <p:spPr>
          <a:xfrm>
            <a:off x="3258393" y="1609997"/>
            <a:ext cx="723664" cy="723664"/>
          </a:xfrm>
          <a:prstGeom prst="rect">
            <a:avLst/>
          </a:prstGeom>
          <a:noFill/>
          <a:ln>
            <a:noFill/>
          </a:ln>
        </p:spPr>
      </p:sp>
      <p:sp>
        <p:nvSpPr>
          <p:cNvPr id="410" name="Google Shape;410;p59"/>
          <p:cNvSpPr txBox="1"/>
          <p:nvPr>
            <p:ph idx="8" type="body"/>
          </p:nvPr>
        </p:nvSpPr>
        <p:spPr>
          <a:xfrm>
            <a:off x="3258393" y="2409064"/>
            <a:ext cx="2590793" cy="45605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200"/>
              <a:buNone/>
              <a:defRPr b="1" sz="12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1" name="Google Shape;411;p59"/>
          <p:cNvSpPr/>
          <p:nvPr>
            <p:ph idx="9" type="pic"/>
          </p:nvPr>
        </p:nvSpPr>
        <p:spPr>
          <a:xfrm>
            <a:off x="6324599" y="1609997"/>
            <a:ext cx="723664" cy="723664"/>
          </a:xfrm>
          <a:prstGeom prst="rect">
            <a:avLst/>
          </a:prstGeom>
          <a:noFill/>
          <a:ln>
            <a:noFill/>
          </a:ln>
        </p:spPr>
      </p:sp>
      <p:sp>
        <p:nvSpPr>
          <p:cNvPr id="412" name="Google Shape;412;p59"/>
          <p:cNvSpPr txBox="1"/>
          <p:nvPr>
            <p:ph idx="13" type="body"/>
          </p:nvPr>
        </p:nvSpPr>
        <p:spPr>
          <a:xfrm>
            <a:off x="6324600" y="2409064"/>
            <a:ext cx="2569254" cy="45605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200"/>
              <a:buNone/>
              <a:defRPr b="1" sz="12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3" name="Google Shape;413;p59"/>
          <p:cNvSpPr/>
          <p:nvPr>
            <p:ph idx="14" type="pic"/>
          </p:nvPr>
        </p:nvSpPr>
        <p:spPr>
          <a:xfrm>
            <a:off x="9368745" y="1605045"/>
            <a:ext cx="723664" cy="723664"/>
          </a:xfrm>
          <a:prstGeom prst="rect">
            <a:avLst/>
          </a:prstGeom>
          <a:noFill/>
          <a:ln>
            <a:noFill/>
          </a:ln>
        </p:spPr>
      </p:sp>
      <p:sp>
        <p:nvSpPr>
          <p:cNvPr id="414" name="Google Shape;414;p59"/>
          <p:cNvSpPr txBox="1"/>
          <p:nvPr>
            <p:ph idx="15" type="body"/>
          </p:nvPr>
        </p:nvSpPr>
        <p:spPr>
          <a:xfrm>
            <a:off x="9368746" y="2404112"/>
            <a:ext cx="2569254" cy="45605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200"/>
              <a:buNone/>
              <a:defRPr b="1" sz="12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15" name="Google Shape;415;p59"/>
          <p:cNvCxnSpPr/>
          <p:nvPr/>
        </p:nvCxnSpPr>
        <p:spPr>
          <a:xfrm>
            <a:off x="3020786" y="2404112"/>
            <a:ext cx="0" cy="3817888"/>
          </a:xfrm>
          <a:prstGeom prst="straightConnector1">
            <a:avLst/>
          </a:prstGeom>
          <a:noFill/>
          <a:ln cap="flat" cmpd="sng" w="9525">
            <a:solidFill>
              <a:schemeClr val="accent5"/>
            </a:solidFill>
            <a:prstDash val="solid"/>
            <a:miter lim="800000"/>
            <a:headEnd len="sm" w="sm" type="none"/>
            <a:tailEnd len="sm" w="sm" type="none"/>
          </a:ln>
        </p:spPr>
      </p:cxnSp>
      <p:cxnSp>
        <p:nvCxnSpPr>
          <p:cNvPr id="416" name="Google Shape;416;p59"/>
          <p:cNvCxnSpPr/>
          <p:nvPr/>
        </p:nvCxnSpPr>
        <p:spPr>
          <a:xfrm>
            <a:off x="6096000" y="2404112"/>
            <a:ext cx="0" cy="3817888"/>
          </a:xfrm>
          <a:prstGeom prst="straightConnector1">
            <a:avLst/>
          </a:prstGeom>
          <a:noFill/>
          <a:ln cap="flat" cmpd="sng" w="9525">
            <a:solidFill>
              <a:schemeClr val="accent5"/>
            </a:solidFill>
            <a:prstDash val="solid"/>
            <a:miter lim="800000"/>
            <a:headEnd len="sm" w="sm" type="none"/>
            <a:tailEnd len="sm" w="sm" type="none"/>
          </a:ln>
        </p:spPr>
      </p:cxnSp>
      <p:cxnSp>
        <p:nvCxnSpPr>
          <p:cNvPr id="417" name="Google Shape;417;p59"/>
          <p:cNvCxnSpPr/>
          <p:nvPr/>
        </p:nvCxnSpPr>
        <p:spPr>
          <a:xfrm>
            <a:off x="9130393" y="2404112"/>
            <a:ext cx="0" cy="3817888"/>
          </a:xfrm>
          <a:prstGeom prst="straightConnector1">
            <a:avLst/>
          </a:prstGeom>
          <a:noFill/>
          <a:ln cap="flat" cmpd="sng" w="9525">
            <a:solidFill>
              <a:schemeClr val="accent5"/>
            </a:solidFill>
            <a:prstDash val="solid"/>
            <a:miter lim="800000"/>
            <a:headEnd len="sm" w="sm" type="none"/>
            <a:tailEnd len="sm" w="sm"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mparison with Pictures">
  <p:cSld name="4 Comparison with Pictures">
    <p:bg>
      <p:bgPr>
        <a:solidFill>
          <a:srgbClr val="F2F1EE"/>
        </a:solidFill>
      </p:bgPr>
    </p:bg>
    <p:spTree>
      <p:nvGrpSpPr>
        <p:cNvPr id="418" name="Shape 418"/>
        <p:cNvGrpSpPr/>
        <p:nvPr/>
      </p:nvGrpSpPr>
      <p:grpSpPr>
        <a:xfrm>
          <a:off x="0" y="0"/>
          <a:ext cx="0" cy="0"/>
          <a:chOff x="0" y="0"/>
          <a:chExt cx="0" cy="0"/>
        </a:xfrm>
      </p:grpSpPr>
      <p:sp>
        <p:nvSpPr>
          <p:cNvPr id="419" name="Google Shape;419;p60"/>
          <p:cNvSpPr txBox="1"/>
          <p:nvPr>
            <p:ph idx="1" type="body"/>
          </p:nvPr>
        </p:nvSpPr>
        <p:spPr>
          <a:xfrm>
            <a:off x="235547" y="1603177"/>
            <a:ext cx="2743200" cy="125654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1"/>
              </a:buClr>
              <a:buSzPts val="1600"/>
              <a:buNone/>
              <a:defRPr b="0" i="0" sz="16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0" name="Google Shape;420;p60"/>
          <p:cNvSpPr txBox="1"/>
          <p:nvPr>
            <p:ph idx="2" type="body"/>
          </p:nvPr>
        </p:nvSpPr>
        <p:spPr>
          <a:xfrm>
            <a:off x="3239180" y="1603177"/>
            <a:ext cx="2743200" cy="125654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1"/>
              </a:buClr>
              <a:buSzPts val="1600"/>
              <a:buNone/>
              <a:defRPr b="0" i="0" sz="16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1" name="Google Shape;421;p60"/>
          <p:cNvSpPr txBox="1"/>
          <p:nvPr>
            <p:ph idx="3" type="body"/>
          </p:nvPr>
        </p:nvSpPr>
        <p:spPr>
          <a:xfrm>
            <a:off x="6245800" y="1603177"/>
            <a:ext cx="2743200" cy="125654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1"/>
              </a:buClr>
              <a:buSzPts val="1600"/>
              <a:buNone/>
              <a:defRPr b="0" i="0" sz="16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2" name="Google Shape;422;p60"/>
          <p:cNvSpPr txBox="1"/>
          <p:nvPr>
            <p:ph idx="4" type="body"/>
          </p:nvPr>
        </p:nvSpPr>
        <p:spPr>
          <a:xfrm>
            <a:off x="9252426" y="1603177"/>
            <a:ext cx="2743200" cy="125654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1"/>
              </a:buClr>
              <a:buSzPts val="1600"/>
              <a:buNone/>
              <a:defRPr b="0" i="0" sz="16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o"/>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23" name="Google Shape;423;p60"/>
          <p:cNvCxnSpPr/>
          <p:nvPr/>
        </p:nvCxnSpPr>
        <p:spPr>
          <a:xfrm>
            <a:off x="3107469" y="1603177"/>
            <a:ext cx="0" cy="4542975"/>
          </a:xfrm>
          <a:prstGeom prst="straightConnector1">
            <a:avLst/>
          </a:prstGeom>
          <a:noFill/>
          <a:ln cap="flat" cmpd="sng" w="9525">
            <a:solidFill>
              <a:schemeClr val="accent5"/>
            </a:solidFill>
            <a:prstDash val="solid"/>
            <a:miter lim="800000"/>
            <a:headEnd len="sm" w="sm" type="none"/>
            <a:tailEnd len="sm" w="sm" type="none"/>
          </a:ln>
        </p:spPr>
      </p:cxnSp>
      <p:cxnSp>
        <p:nvCxnSpPr>
          <p:cNvPr id="424" name="Google Shape;424;p60"/>
          <p:cNvCxnSpPr/>
          <p:nvPr/>
        </p:nvCxnSpPr>
        <p:spPr>
          <a:xfrm>
            <a:off x="6114091" y="1603177"/>
            <a:ext cx="0" cy="4542975"/>
          </a:xfrm>
          <a:prstGeom prst="straightConnector1">
            <a:avLst/>
          </a:prstGeom>
          <a:noFill/>
          <a:ln cap="flat" cmpd="sng" w="9525">
            <a:solidFill>
              <a:schemeClr val="accent5"/>
            </a:solidFill>
            <a:prstDash val="solid"/>
            <a:miter lim="800000"/>
            <a:headEnd len="sm" w="sm" type="none"/>
            <a:tailEnd len="sm" w="sm" type="none"/>
          </a:ln>
        </p:spPr>
      </p:cxnSp>
      <p:cxnSp>
        <p:nvCxnSpPr>
          <p:cNvPr id="425" name="Google Shape;425;p60"/>
          <p:cNvCxnSpPr/>
          <p:nvPr/>
        </p:nvCxnSpPr>
        <p:spPr>
          <a:xfrm>
            <a:off x="9120713" y="1603177"/>
            <a:ext cx="0" cy="4542975"/>
          </a:xfrm>
          <a:prstGeom prst="straightConnector1">
            <a:avLst/>
          </a:prstGeom>
          <a:noFill/>
          <a:ln cap="flat" cmpd="sng" w="9525">
            <a:solidFill>
              <a:schemeClr val="accent5"/>
            </a:solidFill>
            <a:prstDash val="solid"/>
            <a:miter lim="800000"/>
            <a:headEnd len="sm" w="sm" type="none"/>
            <a:tailEnd len="sm" w="sm" type="none"/>
          </a:ln>
        </p:spPr>
      </p:cxnSp>
      <p:sp>
        <p:nvSpPr>
          <p:cNvPr id="426" name="Google Shape;426;p60"/>
          <p:cNvSpPr txBox="1"/>
          <p:nvPr>
            <p:ph idx="5" type="body"/>
          </p:nvPr>
        </p:nvSpPr>
        <p:spPr>
          <a:xfrm>
            <a:off x="232558" y="2977555"/>
            <a:ext cx="2743200" cy="3170151"/>
          </a:xfrm>
          <a:prstGeom prst="rect">
            <a:avLst/>
          </a:prstGeom>
          <a:noFill/>
          <a:ln>
            <a:noFill/>
          </a:ln>
        </p:spPr>
        <p:txBody>
          <a:bodyPr anchorCtr="0" anchor="t" bIns="45700" lIns="91425" spcFirstLastPara="1" rIns="91425" wrap="square" tIns="45700">
            <a:normAutofit/>
          </a:bodyPr>
          <a:lstStyle>
            <a:lvl1pPr indent="-295275" lvl="0" marL="457200" algn="l">
              <a:lnSpc>
                <a:spcPct val="90000"/>
              </a:lnSpc>
              <a:spcBef>
                <a:spcPts val="1000"/>
              </a:spcBef>
              <a:spcAft>
                <a:spcPts val="0"/>
              </a:spcAft>
              <a:buClr>
                <a:srgbClr val="3D3C3C"/>
              </a:buClr>
              <a:buSzPts val="1050"/>
              <a:buChar char="•"/>
              <a:defRPr sz="1050">
                <a:solidFill>
                  <a:srgbClr val="3D3C3C"/>
                </a:solidFill>
              </a:defRPr>
            </a:lvl1pPr>
            <a:lvl2pPr indent="-295275" lvl="1" marL="914400" algn="l">
              <a:lnSpc>
                <a:spcPct val="90000"/>
              </a:lnSpc>
              <a:spcBef>
                <a:spcPts val="500"/>
              </a:spcBef>
              <a:spcAft>
                <a:spcPts val="0"/>
              </a:spcAft>
              <a:buClr>
                <a:srgbClr val="3D3C3C"/>
              </a:buClr>
              <a:buSzPts val="1050"/>
              <a:buFont typeface="Courier New"/>
              <a:buChar char="o"/>
              <a:defRPr sz="1050">
                <a:solidFill>
                  <a:srgbClr val="3D3C3C"/>
                </a:solidFill>
              </a:defRPr>
            </a:lvl2pPr>
            <a:lvl3pPr indent="-295275" lvl="2" marL="1371600" algn="l">
              <a:lnSpc>
                <a:spcPct val="90000"/>
              </a:lnSpc>
              <a:spcBef>
                <a:spcPts val="500"/>
              </a:spcBef>
              <a:spcAft>
                <a:spcPts val="0"/>
              </a:spcAft>
              <a:buClr>
                <a:srgbClr val="3D3C3C"/>
              </a:buClr>
              <a:buSzPts val="1050"/>
              <a:buFont typeface="Arial"/>
              <a:buChar char="-"/>
              <a:defRPr sz="1050">
                <a:solidFill>
                  <a:srgbClr val="3D3C3C"/>
                </a:solidFill>
              </a:defRPr>
            </a:lvl3pPr>
            <a:lvl4pPr indent="-295275" lvl="3" marL="1828800" algn="l">
              <a:lnSpc>
                <a:spcPct val="90000"/>
              </a:lnSpc>
              <a:spcBef>
                <a:spcPts val="500"/>
              </a:spcBef>
              <a:spcAft>
                <a:spcPts val="0"/>
              </a:spcAft>
              <a:buClr>
                <a:srgbClr val="3D3C3C"/>
              </a:buClr>
              <a:buSzPts val="1050"/>
              <a:buChar char="•"/>
              <a:defRPr sz="1050">
                <a:solidFill>
                  <a:srgbClr val="3D3C3C"/>
                </a:solidFill>
              </a:defRPr>
            </a:lvl4pPr>
            <a:lvl5pPr indent="-295275" lvl="4" marL="2286000" algn="l">
              <a:lnSpc>
                <a:spcPct val="90000"/>
              </a:lnSpc>
              <a:spcBef>
                <a:spcPts val="500"/>
              </a:spcBef>
              <a:spcAft>
                <a:spcPts val="0"/>
              </a:spcAft>
              <a:buClr>
                <a:srgbClr val="3D3C3C"/>
              </a:buClr>
              <a:buSzPts val="1050"/>
              <a:buFont typeface="Courier New"/>
              <a:buChar char="o"/>
              <a:defRPr sz="105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60"/>
          <p:cNvSpPr txBox="1"/>
          <p:nvPr>
            <p:ph idx="6" type="body"/>
          </p:nvPr>
        </p:nvSpPr>
        <p:spPr>
          <a:xfrm>
            <a:off x="3239180" y="2977555"/>
            <a:ext cx="2743200" cy="3170151"/>
          </a:xfrm>
          <a:prstGeom prst="rect">
            <a:avLst/>
          </a:prstGeom>
          <a:noFill/>
          <a:ln>
            <a:noFill/>
          </a:ln>
        </p:spPr>
        <p:txBody>
          <a:bodyPr anchorCtr="0" anchor="t" bIns="45700" lIns="91425" spcFirstLastPara="1" rIns="91425" wrap="square" tIns="45700">
            <a:normAutofit/>
          </a:bodyPr>
          <a:lstStyle>
            <a:lvl1pPr indent="-295275" lvl="0" marL="457200" algn="l">
              <a:lnSpc>
                <a:spcPct val="90000"/>
              </a:lnSpc>
              <a:spcBef>
                <a:spcPts val="1000"/>
              </a:spcBef>
              <a:spcAft>
                <a:spcPts val="0"/>
              </a:spcAft>
              <a:buClr>
                <a:srgbClr val="3D3C3C"/>
              </a:buClr>
              <a:buSzPts val="1050"/>
              <a:buChar char="•"/>
              <a:defRPr sz="1050">
                <a:solidFill>
                  <a:srgbClr val="3D3C3C"/>
                </a:solidFill>
              </a:defRPr>
            </a:lvl1pPr>
            <a:lvl2pPr indent="-295275" lvl="1" marL="914400" algn="l">
              <a:lnSpc>
                <a:spcPct val="90000"/>
              </a:lnSpc>
              <a:spcBef>
                <a:spcPts val="500"/>
              </a:spcBef>
              <a:spcAft>
                <a:spcPts val="0"/>
              </a:spcAft>
              <a:buClr>
                <a:srgbClr val="3D3C3C"/>
              </a:buClr>
              <a:buSzPts val="1050"/>
              <a:buFont typeface="Courier New"/>
              <a:buChar char="o"/>
              <a:defRPr sz="1050">
                <a:solidFill>
                  <a:srgbClr val="3D3C3C"/>
                </a:solidFill>
              </a:defRPr>
            </a:lvl2pPr>
            <a:lvl3pPr indent="-295275" lvl="2" marL="1371600" algn="l">
              <a:lnSpc>
                <a:spcPct val="90000"/>
              </a:lnSpc>
              <a:spcBef>
                <a:spcPts val="500"/>
              </a:spcBef>
              <a:spcAft>
                <a:spcPts val="0"/>
              </a:spcAft>
              <a:buClr>
                <a:srgbClr val="3D3C3C"/>
              </a:buClr>
              <a:buSzPts val="1050"/>
              <a:buFont typeface="Arial"/>
              <a:buChar char="-"/>
              <a:defRPr sz="1050">
                <a:solidFill>
                  <a:srgbClr val="3D3C3C"/>
                </a:solidFill>
              </a:defRPr>
            </a:lvl3pPr>
            <a:lvl4pPr indent="-295275" lvl="3" marL="1828800" algn="l">
              <a:lnSpc>
                <a:spcPct val="90000"/>
              </a:lnSpc>
              <a:spcBef>
                <a:spcPts val="500"/>
              </a:spcBef>
              <a:spcAft>
                <a:spcPts val="0"/>
              </a:spcAft>
              <a:buClr>
                <a:srgbClr val="3D3C3C"/>
              </a:buClr>
              <a:buSzPts val="1050"/>
              <a:buChar char="•"/>
              <a:defRPr sz="1050">
                <a:solidFill>
                  <a:srgbClr val="3D3C3C"/>
                </a:solidFill>
              </a:defRPr>
            </a:lvl4pPr>
            <a:lvl5pPr indent="-295275" lvl="4" marL="2286000" algn="l">
              <a:lnSpc>
                <a:spcPct val="90000"/>
              </a:lnSpc>
              <a:spcBef>
                <a:spcPts val="500"/>
              </a:spcBef>
              <a:spcAft>
                <a:spcPts val="0"/>
              </a:spcAft>
              <a:buClr>
                <a:srgbClr val="3D3C3C"/>
              </a:buClr>
              <a:buSzPts val="1050"/>
              <a:buFont typeface="Courier New"/>
              <a:buChar char="o"/>
              <a:defRPr sz="105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8" name="Google Shape;428;p60"/>
          <p:cNvSpPr txBox="1"/>
          <p:nvPr>
            <p:ph idx="7" type="body"/>
          </p:nvPr>
        </p:nvSpPr>
        <p:spPr>
          <a:xfrm>
            <a:off x="6245802" y="2977555"/>
            <a:ext cx="2743200" cy="3170151"/>
          </a:xfrm>
          <a:prstGeom prst="rect">
            <a:avLst/>
          </a:prstGeom>
          <a:noFill/>
          <a:ln>
            <a:noFill/>
          </a:ln>
        </p:spPr>
        <p:txBody>
          <a:bodyPr anchorCtr="0" anchor="t" bIns="45700" lIns="91425" spcFirstLastPara="1" rIns="91425" wrap="square" tIns="45700">
            <a:normAutofit/>
          </a:bodyPr>
          <a:lstStyle>
            <a:lvl1pPr indent="-295275" lvl="0" marL="457200" algn="l">
              <a:lnSpc>
                <a:spcPct val="90000"/>
              </a:lnSpc>
              <a:spcBef>
                <a:spcPts val="1000"/>
              </a:spcBef>
              <a:spcAft>
                <a:spcPts val="0"/>
              </a:spcAft>
              <a:buClr>
                <a:srgbClr val="3D3C3C"/>
              </a:buClr>
              <a:buSzPts val="1050"/>
              <a:buChar char="•"/>
              <a:defRPr sz="1050">
                <a:solidFill>
                  <a:srgbClr val="3D3C3C"/>
                </a:solidFill>
              </a:defRPr>
            </a:lvl1pPr>
            <a:lvl2pPr indent="-295275" lvl="1" marL="914400" algn="l">
              <a:lnSpc>
                <a:spcPct val="90000"/>
              </a:lnSpc>
              <a:spcBef>
                <a:spcPts val="500"/>
              </a:spcBef>
              <a:spcAft>
                <a:spcPts val="0"/>
              </a:spcAft>
              <a:buClr>
                <a:srgbClr val="3D3C3C"/>
              </a:buClr>
              <a:buSzPts val="1050"/>
              <a:buFont typeface="Courier New"/>
              <a:buChar char="o"/>
              <a:defRPr sz="1050">
                <a:solidFill>
                  <a:srgbClr val="3D3C3C"/>
                </a:solidFill>
              </a:defRPr>
            </a:lvl2pPr>
            <a:lvl3pPr indent="-295275" lvl="2" marL="1371600" algn="l">
              <a:lnSpc>
                <a:spcPct val="90000"/>
              </a:lnSpc>
              <a:spcBef>
                <a:spcPts val="500"/>
              </a:spcBef>
              <a:spcAft>
                <a:spcPts val="0"/>
              </a:spcAft>
              <a:buClr>
                <a:srgbClr val="3D3C3C"/>
              </a:buClr>
              <a:buSzPts val="1050"/>
              <a:buFont typeface="Arial"/>
              <a:buChar char="-"/>
              <a:defRPr sz="1050">
                <a:solidFill>
                  <a:srgbClr val="3D3C3C"/>
                </a:solidFill>
              </a:defRPr>
            </a:lvl3pPr>
            <a:lvl4pPr indent="-295275" lvl="3" marL="1828800" algn="l">
              <a:lnSpc>
                <a:spcPct val="90000"/>
              </a:lnSpc>
              <a:spcBef>
                <a:spcPts val="500"/>
              </a:spcBef>
              <a:spcAft>
                <a:spcPts val="0"/>
              </a:spcAft>
              <a:buClr>
                <a:srgbClr val="3D3C3C"/>
              </a:buClr>
              <a:buSzPts val="1050"/>
              <a:buChar char="•"/>
              <a:defRPr sz="1050">
                <a:solidFill>
                  <a:srgbClr val="3D3C3C"/>
                </a:solidFill>
              </a:defRPr>
            </a:lvl4pPr>
            <a:lvl5pPr indent="-295275" lvl="4" marL="2286000" algn="l">
              <a:lnSpc>
                <a:spcPct val="90000"/>
              </a:lnSpc>
              <a:spcBef>
                <a:spcPts val="500"/>
              </a:spcBef>
              <a:spcAft>
                <a:spcPts val="0"/>
              </a:spcAft>
              <a:buClr>
                <a:srgbClr val="3D3C3C"/>
              </a:buClr>
              <a:buSzPts val="1050"/>
              <a:buFont typeface="Courier New"/>
              <a:buChar char="o"/>
              <a:defRPr sz="105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9" name="Google Shape;429;p60"/>
          <p:cNvSpPr txBox="1"/>
          <p:nvPr>
            <p:ph idx="8" type="body"/>
          </p:nvPr>
        </p:nvSpPr>
        <p:spPr>
          <a:xfrm>
            <a:off x="9252426" y="2976001"/>
            <a:ext cx="2743200" cy="3170151"/>
          </a:xfrm>
          <a:prstGeom prst="rect">
            <a:avLst/>
          </a:prstGeom>
          <a:noFill/>
          <a:ln>
            <a:noFill/>
          </a:ln>
        </p:spPr>
        <p:txBody>
          <a:bodyPr anchorCtr="0" anchor="t" bIns="45700" lIns="91425" spcFirstLastPara="1" rIns="91425" wrap="square" tIns="45700">
            <a:normAutofit/>
          </a:bodyPr>
          <a:lstStyle>
            <a:lvl1pPr indent="-295275" lvl="0" marL="457200" algn="l">
              <a:lnSpc>
                <a:spcPct val="90000"/>
              </a:lnSpc>
              <a:spcBef>
                <a:spcPts val="1000"/>
              </a:spcBef>
              <a:spcAft>
                <a:spcPts val="0"/>
              </a:spcAft>
              <a:buClr>
                <a:srgbClr val="3D3C3C"/>
              </a:buClr>
              <a:buSzPts val="1050"/>
              <a:buChar char="•"/>
              <a:defRPr sz="1050">
                <a:solidFill>
                  <a:srgbClr val="3D3C3C"/>
                </a:solidFill>
              </a:defRPr>
            </a:lvl1pPr>
            <a:lvl2pPr indent="-295275" lvl="1" marL="914400" algn="l">
              <a:lnSpc>
                <a:spcPct val="90000"/>
              </a:lnSpc>
              <a:spcBef>
                <a:spcPts val="500"/>
              </a:spcBef>
              <a:spcAft>
                <a:spcPts val="0"/>
              </a:spcAft>
              <a:buClr>
                <a:srgbClr val="3D3C3C"/>
              </a:buClr>
              <a:buSzPts val="1050"/>
              <a:buFont typeface="Courier New"/>
              <a:buChar char="o"/>
              <a:defRPr sz="1050">
                <a:solidFill>
                  <a:srgbClr val="3D3C3C"/>
                </a:solidFill>
              </a:defRPr>
            </a:lvl2pPr>
            <a:lvl3pPr indent="-295275" lvl="2" marL="1371600" algn="l">
              <a:lnSpc>
                <a:spcPct val="90000"/>
              </a:lnSpc>
              <a:spcBef>
                <a:spcPts val="500"/>
              </a:spcBef>
              <a:spcAft>
                <a:spcPts val="0"/>
              </a:spcAft>
              <a:buClr>
                <a:srgbClr val="3D3C3C"/>
              </a:buClr>
              <a:buSzPts val="1050"/>
              <a:buFont typeface="Arial"/>
              <a:buChar char="-"/>
              <a:defRPr sz="1050">
                <a:solidFill>
                  <a:srgbClr val="3D3C3C"/>
                </a:solidFill>
              </a:defRPr>
            </a:lvl3pPr>
            <a:lvl4pPr indent="-295275" lvl="3" marL="1828800" algn="l">
              <a:lnSpc>
                <a:spcPct val="90000"/>
              </a:lnSpc>
              <a:spcBef>
                <a:spcPts val="500"/>
              </a:spcBef>
              <a:spcAft>
                <a:spcPts val="0"/>
              </a:spcAft>
              <a:buClr>
                <a:srgbClr val="3D3C3C"/>
              </a:buClr>
              <a:buSzPts val="1050"/>
              <a:buChar char="•"/>
              <a:defRPr sz="1050">
                <a:solidFill>
                  <a:srgbClr val="3D3C3C"/>
                </a:solidFill>
              </a:defRPr>
            </a:lvl4pPr>
            <a:lvl5pPr indent="-295275" lvl="4" marL="2286000" algn="l">
              <a:lnSpc>
                <a:spcPct val="90000"/>
              </a:lnSpc>
              <a:spcBef>
                <a:spcPts val="500"/>
              </a:spcBef>
              <a:spcAft>
                <a:spcPts val="0"/>
              </a:spcAft>
              <a:buClr>
                <a:srgbClr val="3D3C3C"/>
              </a:buClr>
              <a:buSzPts val="1050"/>
              <a:buFont typeface="Courier New"/>
              <a:buChar char="o"/>
              <a:defRPr sz="105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0" name="Google Shape;430;p60"/>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lumns">
  <p:cSld name="5 Columns">
    <p:spTree>
      <p:nvGrpSpPr>
        <p:cNvPr id="431" name="Shape 431"/>
        <p:cNvGrpSpPr/>
        <p:nvPr/>
      </p:nvGrpSpPr>
      <p:grpSpPr>
        <a:xfrm>
          <a:off x="0" y="0"/>
          <a:ext cx="0" cy="0"/>
          <a:chOff x="0" y="0"/>
          <a:chExt cx="0" cy="0"/>
        </a:xfrm>
      </p:grpSpPr>
      <p:sp>
        <p:nvSpPr>
          <p:cNvPr id="432" name="Google Shape;432;p61"/>
          <p:cNvSpPr/>
          <p:nvPr>
            <p:ph idx="2" type="pic"/>
          </p:nvPr>
        </p:nvSpPr>
        <p:spPr>
          <a:xfrm>
            <a:off x="250145" y="1609997"/>
            <a:ext cx="723664" cy="723664"/>
          </a:xfrm>
          <a:prstGeom prst="rect">
            <a:avLst/>
          </a:prstGeom>
          <a:noFill/>
          <a:ln>
            <a:noFill/>
          </a:ln>
        </p:spPr>
      </p:sp>
      <p:sp>
        <p:nvSpPr>
          <p:cNvPr id="433" name="Google Shape;433;p61"/>
          <p:cNvSpPr txBox="1"/>
          <p:nvPr>
            <p:ph idx="1" type="body"/>
          </p:nvPr>
        </p:nvSpPr>
        <p:spPr>
          <a:xfrm>
            <a:off x="250145" y="3032091"/>
            <a:ext cx="2173515" cy="3229099"/>
          </a:xfrm>
          <a:prstGeom prst="rect">
            <a:avLst/>
          </a:prstGeom>
          <a:noFill/>
          <a:ln>
            <a:noFill/>
          </a:ln>
        </p:spPr>
        <p:txBody>
          <a:bodyPr anchorCtr="0" anchor="t" bIns="45700" lIns="91425" spcFirstLastPara="1" rIns="91425" wrap="square" tIns="45700">
            <a:normAutofit/>
          </a:bodyPr>
          <a:lstStyle>
            <a:lvl1pPr indent="-285750" lvl="0" marL="457200" algn="l">
              <a:lnSpc>
                <a:spcPct val="90000"/>
              </a:lnSpc>
              <a:spcBef>
                <a:spcPts val="1000"/>
              </a:spcBef>
              <a:spcAft>
                <a:spcPts val="0"/>
              </a:spcAft>
              <a:buClr>
                <a:srgbClr val="3D3C3C"/>
              </a:buClr>
              <a:buSzPts val="900"/>
              <a:buChar char="•"/>
              <a:defRPr sz="900">
                <a:solidFill>
                  <a:srgbClr val="3D3C3C"/>
                </a:solidFill>
              </a:defRPr>
            </a:lvl1pPr>
            <a:lvl2pPr indent="-285750" lvl="1" marL="914400" algn="l">
              <a:lnSpc>
                <a:spcPct val="90000"/>
              </a:lnSpc>
              <a:spcBef>
                <a:spcPts val="500"/>
              </a:spcBef>
              <a:spcAft>
                <a:spcPts val="0"/>
              </a:spcAft>
              <a:buClr>
                <a:srgbClr val="3D3C3C"/>
              </a:buClr>
              <a:buSzPts val="900"/>
              <a:buChar char="o"/>
              <a:defRPr sz="900">
                <a:solidFill>
                  <a:srgbClr val="3D3C3C"/>
                </a:solidFill>
              </a:defRPr>
            </a:lvl2pPr>
            <a:lvl3pPr indent="-285750" lvl="2" marL="1371600" algn="l">
              <a:lnSpc>
                <a:spcPct val="90000"/>
              </a:lnSpc>
              <a:spcBef>
                <a:spcPts val="500"/>
              </a:spcBef>
              <a:spcAft>
                <a:spcPts val="0"/>
              </a:spcAft>
              <a:buClr>
                <a:srgbClr val="3D3C3C"/>
              </a:buClr>
              <a:buSzPts val="900"/>
              <a:buFont typeface="Arial"/>
              <a:buChar char="-"/>
              <a:defRPr sz="900">
                <a:solidFill>
                  <a:srgbClr val="3D3C3C"/>
                </a:solidFill>
              </a:defRPr>
            </a:lvl3pPr>
            <a:lvl4pPr indent="-285750" lvl="3" marL="1828800" algn="l">
              <a:lnSpc>
                <a:spcPct val="90000"/>
              </a:lnSpc>
              <a:spcBef>
                <a:spcPts val="500"/>
              </a:spcBef>
              <a:spcAft>
                <a:spcPts val="0"/>
              </a:spcAft>
              <a:buClr>
                <a:srgbClr val="3D3C3C"/>
              </a:buClr>
              <a:buSzPts val="900"/>
              <a:buChar char="•"/>
              <a:defRPr sz="900">
                <a:solidFill>
                  <a:srgbClr val="3D3C3C"/>
                </a:solidFill>
              </a:defRPr>
            </a:lvl4pPr>
            <a:lvl5pPr indent="-285750" lvl="4" marL="2286000" algn="l">
              <a:lnSpc>
                <a:spcPct val="90000"/>
              </a:lnSpc>
              <a:spcBef>
                <a:spcPts val="500"/>
              </a:spcBef>
              <a:spcAft>
                <a:spcPts val="0"/>
              </a:spcAft>
              <a:buClr>
                <a:srgbClr val="3D3C3C"/>
              </a:buClr>
              <a:buSzPts val="900"/>
              <a:buChar char="o"/>
              <a:defRPr sz="9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4" name="Google Shape;434;p61"/>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5" name="Google Shape;435;p61"/>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6" name="Google Shape;436;p61"/>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7" name="Google Shape;437;p61"/>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38" name="Google Shape;438;p61"/>
          <p:cNvSpPr txBox="1"/>
          <p:nvPr>
            <p:ph idx="3" type="body"/>
          </p:nvPr>
        </p:nvSpPr>
        <p:spPr>
          <a:xfrm>
            <a:off x="2628730" y="3041071"/>
            <a:ext cx="2173515" cy="3229099"/>
          </a:xfrm>
          <a:prstGeom prst="rect">
            <a:avLst/>
          </a:prstGeom>
          <a:noFill/>
          <a:ln>
            <a:noFill/>
          </a:ln>
        </p:spPr>
        <p:txBody>
          <a:bodyPr anchorCtr="0" anchor="t" bIns="45700" lIns="91425" spcFirstLastPara="1" rIns="91425" wrap="square" tIns="45700">
            <a:normAutofit/>
          </a:bodyPr>
          <a:lstStyle>
            <a:lvl1pPr indent="-285750" lvl="0" marL="457200" algn="l">
              <a:lnSpc>
                <a:spcPct val="90000"/>
              </a:lnSpc>
              <a:spcBef>
                <a:spcPts val="1000"/>
              </a:spcBef>
              <a:spcAft>
                <a:spcPts val="0"/>
              </a:spcAft>
              <a:buClr>
                <a:srgbClr val="3D3C3C"/>
              </a:buClr>
              <a:buSzPts val="900"/>
              <a:buChar char="•"/>
              <a:defRPr sz="900">
                <a:solidFill>
                  <a:srgbClr val="3D3C3C"/>
                </a:solidFill>
              </a:defRPr>
            </a:lvl1pPr>
            <a:lvl2pPr indent="-285750" lvl="1" marL="914400" algn="l">
              <a:lnSpc>
                <a:spcPct val="90000"/>
              </a:lnSpc>
              <a:spcBef>
                <a:spcPts val="500"/>
              </a:spcBef>
              <a:spcAft>
                <a:spcPts val="0"/>
              </a:spcAft>
              <a:buClr>
                <a:srgbClr val="3D3C3C"/>
              </a:buClr>
              <a:buSzPts val="900"/>
              <a:buChar char="o"/>
              <a:defRPr sz="900">
                <a:solidFill>
                  <a:srgbClr val="3D3C3C"/>
                </a:solidFill>
              </a:defRPr>
            </a:lvl2pPr>
            <a:lvl3pPr indent="-285750" lvl="2" marL="1371600" algn="l">
              <a:lnSpc>
                <a:spcPct val="90000"/>
              </a:lnSpc>
              <a:spcBef>
                <a:spcPts val="500"/>
              </a:spcBef>
              <a:spcAft>
                <a:spcPts val="0"/>
              </a:spcAft>
              <a:buClr>
                <a:srgbClr val="3D3C3C"/>
              </a:buClr>
              <a:buSzPts val="900"/>
              <a:buFont typeface="Arial"/>
              <a:buChar char="-"/>
              <a:defRPr sz="900">
                <a:solidFill>
                  <a:srgbClr val="3D3C3C"/>
                </a:solidFill>
              </a:defRPr>
            </a:lvl3pPr>
            <a:lvl4pPr indent="-285750" lvl="3" marL="1828800" algn="l">
              <a:lnSpc>
                <a:spcPct val="90000"/>
              </a:lnSpc>
              <a:spcBef>
                <a:spcPts val="500"/>
              </a:spcBef>
              <a:spcAft>
                <a:spcPts val="0"/>
              </a:spcAft>
              <a:buClr>
                <a:srgbClr val="3D3C3C"/>
              </a:buClr>
              <a:buSzPts val="900"/>
              <a:buChar char="•"/>
              <a:defRPr sz="900">
                <a:solidFill>
                  <a:srgbClr val="3D3C3C"/>
                </a:solidFill>
              </a:defRPr>
            </a:lvl4pPr>
            <a:lvl5pPr indent="-285750" lvl="4" marL="2286000" algn="l">
              <a:lnSpc>
                <a:spcPct val="90000"/>
              </a:lnSpc>
              <a:spcBef>
                <a:spcPts val="500"/>
              </a:spcBef>
              <a:spcAft>
                <a:spcPts val="0"/>
              </a:spcAft>
              <a:buClr>
                <a:srgbClr val="3D3C3C"/>
              </a:buClr>
              <a:buSzPts val="900"/>
              <a:buChar char="o"/>
              <a:defRPr sz="9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9" name="Google Shape;439;p61"/>
          <p:cNvSpPr txBox="1"/>
          <p:nvPr>
            <p:ph idx="4" type="body"/>
          </p:nvPr>
        </p:nvSpPr>
        <p:spPr>
          <a:xfrm>
            <a:off x="5007315" y="3041071"/>
            <a:ext cx="2173515" cy="3229099"/>
          </a:xfrm>
          <a:prstGeom prst="rect">
            <a:avLst/>
          </a:prstGeom>
          <a:noFill/>
          <a:ln>
            <a:noFill/>
          </a:ln>
        </p:spPr>
        <p:txBody>
          <a:bodyPr anchorCtr="0" anchor="t" bIns="45700" lIns="91425" spcFirstLastPara="1" rIns="91425" wrap="square" tIns="45700">
            <a:normAutofit/>
          </a:bodyPr>
          <a:lstStyle>
            <a:lvl1pPr indent="-285750" lvl="0" marL="457200" algn="l">
              <a:lnSpc>
                <a:spcPct val="90000"/>
              </a:lnSpc>
              <a:spcBef>
                <a:spcPts val="1000"/>
              </a:spcBef>
              <a:spcAft>
                <a:spcPts val="0"/>
              </a:spcAft>
              <a:buClr>
                <a:srgbClr val="3D3C3C"/>
              </a:buClr>
              <a:buSzPts val="900"/>
              <a:buChar char="•"/>
              <a:defRPr sz="900">
                <a:solidFill>
                  <a:srgbClr val="3D3C3C"/>
                </a:solidFill>
              </a:defRPr>
            </a:lvl1pPr>
            <a:lvl2pPr indent="-285750" lvl="1" marL="914400" algn="l">
              <a:lnSpc>
                <a:spcPct val="90000"/>
              </a:lnSpc>
              <a:spcBef>
                <a:spcPts val="500"/>
              </a:spcBef>
              <a:spcAft>
                <a:spcPts val="0"/>
              </a:spcAft>
              <a:buClr>
                <a:srgbClr val="3D3C3C"/>
              </a:buClr>
              <a:buSzPts val="900"/>
              <a:buChar char="o"/>
              <a:defRPr sz="900">
                <a:solidFill>
                  <a:srgbClr val="3D3C3C"/>
                </a:solidFill>
              </a:defRPr>
            </a:lvl2pPr>
            <a:lvl3pPr indent="-285750" lvl="2" marL="1371600" algn="l">
              <a:lnSpc>
                <a:spcPct val="90000"/>
              </a:lnSpc>
              <a:spcBef>
                <a:spcPts val="500"/>
              </a:spcBef>
              <a:spcAft>
                <a:spcPts val="0"/>
              </a:spcAft>
              <a:buClr>
                <a:srgbClr val="3D3C3C"/>
              </a:buClr>
              <a:buSzPts val="900"/>
              <a:buFont typeface="Arial"/>
              <a:buChar char="-"/>
              <a:defRPr sz="900">
                <a:solidFill>
                  <a:srgbClr val="3D3C3C"/>
                </a:solidFill>
              </a:defRPr>
            </a:lvl3pPr>
            <a:lvl4pPr indent="-285750" lvl="3" marL="1828800" algn="l">
              <a:lnSpc>
                <a:spcPct val="90000"/>
              </a:lnSpc>
              <a:spcBef>
                <a:spcPts val="500"/>
              </a:spcBef>
              <a:spcAft>
                <a:spcPts val="0"/>
              </a:spcAft>
              <a:buClr>
                <a:srgbClr val="3D3C3C"/>
              </a:buClr>
              <a:buSzPts val="900"/>
              <a:buChar char="•"/>
              <a:defRPr sz="900">
                <a:solidFill>
                  <a:srgbClr val="3D3C3C"/>
                </a:solidFill>
              </a:defRPr>
            </a:lvl4pPr>
            <a:lvl5pPr indent="-285750" lvl="4" marL="2286000" algn="l">
              <a:lnSpc>
                <a:spcPct val="90000"/>
              </a:lnSpc>
              <a:spcBef>
                <a:spcPts val="500"/>
              </a:spcBef>
              <a:spcAft>
                <a:spcPts val="0"/>
              </a:spcAft>
              <a:buClr>
                <a:srgbClr val="3D3C3C"/>
              </a:buClr>
              <a:buSzPts val="900"/>
              <a:buChar char="o"/>
              <a:defRPr sz="9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0" name="Google Shape;440;p61"/>
          <p:cNvSpPr txBox="1"/>
          <p:nvPr>
            <p:ph idx="5" type="body"/>
          </p:nvPr>
        </p:nvSpPr>
        <p:spPr>
          <a:xfrm>
            <a:off x="7385900" y="3050051"/>
            <a:ext cx="2173515" cy="3229099"/>
          </a:xfrm>
          <a:prstGeom prst="rect">
            <a:avLst/>
          </a:prstGeom>
          <a:noFill/>
          <a:ln>
            <a:noFill/>
          </a:ln>
        </p:spPr>
        <p:txBody>
          <a:bodyPr anchorCtr="0" anchor="t" bIns="45700" lIns="91425" spcFirstLastPara="1" rIns="91425" wrap="square" tIns="45700">
            <a:normAutofit/>
          </a:bodyPr>
          <a:lstStyle>
            <a:lvl1pPr indent="-285750" lvl="0" marL="457200" algn="l">
              <a:lnSpc>
                <a:spcPct val="90000"/>
              </a:lnSpc>
              <a:spcBef>
                <a:spcPts val="1000"/>
              </a:spcBef>
              <a:spcAft>
                <a:spcPts val="0"/>
              </a:spcAft>
              <a:buClr>
                <a:srgbClr val="3D3C3C"/>
              </a:buClr>
              <a:buSzPts val="900"/>
              <a:buChar char="•"/>
              <a:defRPr sz="900">
                <a:solidFill>
                  <a:srgbClr val="3D3C3C"/>
                </a:solidFill>
              </a:defRPr>
            </a:lvl1pPr>
            <a:lvl2pPr indent="-285750" lvl="1" marL="914400" algn="l">
              <a:lnSpc>
                <a:spcPct val="90000"/>
              </a:lnSpc>
              <a:spcBef>
                <a:spcPts val="500"/>
              </a:spcBef>
              <a:spcAft>
                <a:spcPts val="0"/>
              </a:spcAft>
              <a:buClr>
                <a:srgbClr val="3D3C3C"/>
              </a:buClr>
              <a:buSzPts val="900"/>
              <a:buChar char="o"/>
              <a:defRPr sz="900">
                <a:solidFill>
                  <a:srgbClr val="3D3C3C"/>
                </a:solidFill>
              </a:defRPr>
            </a:lvl2pPr>
            <a:lvl3pPr indent="-285750" lvl="2" marL="1371600" algn="l">
              <a:lnSpc>
                <a:spcPct val="90000"/>
              </a:lnSpc>
              <a:spcBef>
                <a:spcPts val="500"/>
              </a:spcBef>
              <a:spcAft>
                <a:spcPts val="0"/>
              </a:spcAft>
              <a:buClr>
                <a:srgbClr val="3D3C3C"/>
              </a:buClr>
              <a:buSzPts val="900"/>
              <a:buFont typeface="Arial"/>
              <a:buChar char="-"/>
              <a:defRPr sz="900">
                <a:solidFill>
                  <a:srgbClr val="3D3C3C"/>
                </a:solidFill>
              </a:defRPr>
            </a:lvl3pPr>
            <a:lvl4pPr indent="-285750" lvl="3" marL="1828800" algn="l">
              <a:lnSpc>
                <a:spcPct val="90000"/>
              </a:lnSpc>
              <a:spcBef>
                <a:spcPts val="500"/>
              </a:spcBef>
              <a:spcAft>
                <a:spcPts val="0"/>
              </a:spcAft>
              <a:buClr>
                <a:srgbClr val="3D3C3C"/>
              </a:buClr>
              <a:buSzPts val="900"/>
              <a:buChar char="•"/>
              <a:defRPr sz="900">
                <a:solidFill>
                  <a:srgbClr val="3D3C3C"/>
                </a:solidFill>
              </a:defRPr>
            </a:lvl4pPr>
            <a:lvl5pPr indent="-285750" lvl="4" marL="2286000" algn="l">
              <a:lnSpc>
                <a:spcPct val="90000"/>
              </a:lnSpc>
              <a:spcBef>
                <a:spcPts val="500"/>
              </a:spcBef>
              <a:spcAft>
                <a:spcPts val="0"/>
              </a:spcAft>
              <a:buClr>
                <a:srgbClr val="3D3C3C"/>
              </a:buClr>
              <a:buSzPts val="900"/>
              <a:buChar char="o"/>
              <a:defRPr sz="9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1" name="Google Shape;441;p61"/>
          <p:cNvSpPr txBox="1"/>
          <p:nvPr>
            <p:ph idx="6" type="body"/>
          </p:nvPr>
        </p:nvSpPr>
        <p:spPr>
          <a:xfrm>
            <a:off x="9764486" y="3041070"/>
            <a:ext cx="2173515" cy="3229099"/>
          </a:xfrm>
          <a:prstGeom prst="rect">
            <a:avLst/>
          </a:prstGeom>
          <a:noFill/>
          <a:ln>
            <a:noFill/>
          </a:ln>
        </p:spPr>
        <p:txBody>
          <a:bodyPr anchorCtr="0" anchor="t" bIns="45700" lIns="91425" spcFirstLastPara="1" rIns="91425" wrap="square" tIns="45700">
            <a:normAutofit/>
          </a:bodyPr>
          <a:lstStyle>
            <a:lvl1pPr indent="-285750" lvl="0" marL="457200" algn="l">
              <a:lnSpc>
                <a:spcPct val="90000"/>
              </a:lnSpc>
              <a:spcBef>
                <a:spcPts val="1000"/>
              </a:spcBef>
              <a:spcAft>
                <a:spcPts val="0"/>
              </a:spcAft>
              <a:buClr>
                <a:srgbClr val="3D3C3C"/>
              </a:buClr>
              <a:buSzPts val="900"/>
              <a:buChar char="•"/>
              <a:defRPr sz="900">
                <a:solidFill>
                  <a:srgbClr val="3D3C3C"/>
                </a:solidFill>
              </a:defRPr>
            </a:lvl1pPr>
            <a:lvl2pPr indent="-285750" lvl="1" marL="914400" algn="l">
              <a:lnSpc>
                <a:spcPct val="90000"/>
              </a:lnSpc>
              <a:spcBef>
                <a:spcPts val="500"/>
              </a:spcBef>
              <a:spcAft>
                <a:spcPts val="0"/>
              </a:spcAft>
              <a:buClr>
                <a:srgbClr val="3D3C3C"/>
              </a:buClr>
              <a:buSzPts val="900"/>
              <a:buChar char="o"/>
              <a:defRPr sz="900">
                <a:solidFill>
                  <a:srgbClr val="3D3C3C"/>
                </a:solidFill>
              </a:defRPr>
            </a:lvl2pPr>
            <a:lvl3pPr indent="-285750" lvl="2" marL="1371600" algn="l">
              <a:lnSpc>
                <a:spcPct val="90000"/>
              </a:lnSpc>
              <a:spcBef>
                <a:spcPts val="500"/>
              </a:spcBef>
              <a:spcAft>
                <a:spcPts val="0"/>
              </a:spcAft>
              <a:buClr>
                <a:srgbClr val="3D3C3C"/>
              </a:buClr>
              <a:buSzPts val="900"/>
              <a:buFont typeface="Arial"/>
              <a:buChar char="-"/>
              <a:defRPr sz="900">
                <a:solidFill>
                  <a:srgbClr val="3D3C3C"/>
                </a:solidFill>
              </a:defRPr>
            </a:lvl3pPr>
            <a:lvl4pPr indent="-285750" lvl="3" marL="1828800" algn="l">
              <a:lnSpc>
                <a:spcPct val="90000"/>
              </a:lnSpc>
              <a:spcBef>
                <a:spcPts val="500"/>
              </a:spcBef>
              <a:spcAft>
                <a:spcPts val="0"/>
              </a:spcAft>
              <a:buClr>
                <a:srgbClr val="3D3C3C"/>
              </a:buClr>
              <a:buSzPts val="900"/>
              <a:buChar char="•"/>
              <a:defRPr sz="900">
                <a:solidFill>
                  <a:srgbClr val="3D3C3C"/>
                </a:solidFill>
              </a:defRPr>
            </a:lvl4pPr>
            <a:lvl5pPr indent="-285750" lvl="4" marL="2286000" algn="l">
              <a:lnSpc>
                <a:spcPct val="90000"/>
              </a:lnSpc>
              <a:spcBef>
                <a:spcPts val="500"/>
              </a:spcBef>
              <a:spcAft>
                <a:spcPts val="0"/>
              </a:spcAft>
              <a:buClr>
                <a:srgbClr val="3D3C3C"/>
              </a:buClr>
              <a:buSzPts val="900"/>
              <a:buChar char="o"/>
              <a:defRPr sz="9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2" name="Google Shape;442;p61"/>
          <p:cNvSpPr txBox="1"/>
          <p:nvPr>
            <p:ph idx="7" type="body"/>
          </p:nvPr>
        </p:nvSpPr>
        <p:spPr>
          <a:xfrm>
            <a:off x="250146" y="2409064"/>
            <a:ext cx="2173514" cy="5476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200"/>
              <a:buNone/>
              <a:defRPr b="1" sz="12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3" name="Google Shape;443;p61"/>
          <p:cNvSpPr/>
          <p:nvPr>
            <p:ph idx="8" type="pic"/>
          </p:nvPr>
        </p:nvSpPr>
        <p:spPr>
          <a:xfrm>
            <a:off x="2628729" y="1611141"/>
            <a:ext cx="723664" cy="723664"/>
          </a:xfrm>
          <a:prstGeom prst="rect">
            <a:avLst/>
          </a:prstGeom>
          <a:noFill/>
          <a:ln>
            <a:noFill/>
          </a:ln>
        </p:spPr>
      </p:sp>
      <p:sp>
        <p:nvSpPr>
          <p:cNvPr id="444" name="Google Shape;444;p61"/>
          <p:cNvSpPr txBox="1"/>
          <p:nvPr>
            <p:ph idx="9" type="body"/>
          </p:nvPr>
        </p:nvSpPr>
        <p:spPr>
          <a:xfrm>
            <a:off x="2628730" y="2410208"/>
            <a:ext cx="2173514" cy="5476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200"/>
              <a:buNone/>
              <a:defRPr b="1" sz="12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5" name="Google Shape;445;p61"/>
          <p:cNvSpPr/>
          <p:nvPr>
            <p:ph idx="13" type="pic"/>
          </p:nvPr>
        </p:nvSpPr>
        <p:spPr>
          <a:xfrm>
            <a:off x="5007312" y="1609997"/>
            <a:ext cx="723664" cy="723664"/>
          </a:xfrm>
          <a:prstGeom prst="rect">
            <a:avLst/>
          </a:prstGeom>
          <a:noFill/>
          <a:ln>
            <a:noFill/>
          </a:ln>
        </p:spPr>
      </p:sp>
      <p:sp>
        <p:nvSpPr>
          <p:cNvPr id="446" name="Google Shape;446;p61"/>
          <p:cNvSpPr txBox="1"/>
          <p:nvPr>
            <p:ph idx="14" type="body"/>
          </p:nvPr>
        </p:nvSpPr>
        <p:spPr>
          <a:xfrm>
            <a:off x="5007313" y="2409064"/>
            <a:ext cx="2173514" cy="5476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200"/>
              <a:buNone/>
              <a:defRPr b="1" sz="12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7" name="Google Shape;447;p61"/>
          <p:cNvSpPr/>
          <p:nvPr>
            <p:ph idx="15" type="pic"/>
          </p:nvPr>
        </p:nvSpPr>
        <p:spPr>
          <a:xfrm>
            <a:off x="7385896" y="1611141"/>
            <a:ext cx="723664" cy="723664"/>
          </a:xfrm>
          <a:prstGeom prst="rect">
            <a:avLst/>
          </a:prstGeom>
          <a:noFill/>
          <a:ln>
            <a:noFill/>
          </a:ln>
        </p:spPr>
      </p:sp>
      <p:sp>
        <p:nvSpPr>
          <p:cNvPr id="448" name="Google Shape;448;p61"/>
          <p:cNvSpPr txBox="1"/>
          <p:nvPr>
            <p:ph idx="16" type="body"/>
          </p:nvPr>
        </p:nvSpPr>
        <p:spPr>
          <a:xfrm>
            <a:off x="7385897" y="2410208"/>
            <a:ext cx="2173514" cy="5476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200"/>
              <a:buNone/>
              <a:defRPr b="1" sz="12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9" name="Google Shape;449;p61"/>
          <p:cNvSpPr/>
          <p:nvPr>
            <p:ph idx="17" type="pic"/>
          </p:nvPr>
        </p:nvSpPr>
        <p:spPr>
          <a:xfrm>
            <a:off x="9764478" y="1609997"/>
            <a:ext cx="723664" cy="723664"/>
          </a:xfrm>
          <a:prstGeom prst="rect">
            <a:avLst/>
          </a:prstGeom>
          <a:noFill/>
          <a:ln>
            <a:noFill/>
          </a:ln>
        </p:spPr>
      </p:sp>
      <p:sp>
        <p:nvSpPr>
          <p:cNvPr id="450" name="Google Shape;450;p61"/>
          <p:cNvSpPr txBox="1"/>
          <p:nvPr>
            <p:ph idx="18" type="body"/>
          </p:nvPr>
        </p:nvSpPr>
        <p:spPr>
          <a:xfrm>
            <a:off x="9764479" y="2409064"/>
            <a:ext cx="2173514" cy="5476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4"/>
              </a:buClr>
              <a:buSzPts val="1200"/>
              <a:buNone/>
              <a:defRPr b="1" sz="1200">
                <a:solidFill>
                  <a:schemeClr val="accent4"/>
                </a:solidFill>
              </a:defRPr>
            </a:lvl1pPr>
            <a:lvl2pPr indent="-304800" lvl="1" marL="914400" algn="l">
              <a:lnSpc>
                <a:spcPct val="90000"/>
              </a:lnSpc>
              <a:spcBef>
                <a:spcPts val="500"/>
              </a:spcBef>
              <a:spcAft>
                <a:spcPts val="0"/>
              </a:spcAft>
              <a:buClr>
                <a:schemeClr val="dk1"/>
              </a:buClr>
              <a:buSzPts val="1200"/>
              <a:buChar char="o"/>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o"/>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Sections">
  <p:cSld name="6 Sections">
    <p:spTree>
      <p:nvGrpSpPr>
        <p:cNvPr id="451" name="Shape 451"/>
        <p:cNvGrpSpPr/>
        <p:nvPr/>
      </p:nvGrpSpPr>
      <p:grpSpPr>
        <a:xfrm>
          <a:off x="0" y="0"/>
          <a:ext cx="0" cy="0"/>
          <a:chOff x="0" y="0"/>
          <a:chExt cx="0" cy="0"/>
        </a:xfrm>
      </p:grpSpPr>
      <p:sp>
        <p:nvSpPr>
          <p:cNvPr id="452" name="Google Shape;452;p62"/>
          <p:cNvSpPr txBox="1"/>
          <p:nvPr>
            <p:ph idx="1" type="body"/>
          </p:nvPr>
        </p:nvSpPr>
        <p:spPr>
          <a:xfrm>
            <a:off x="1530598" y="1533306"/>
            <a:ext cx="3945293" cy="185678"/>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accent4"/>
              </a:buClr>
              <a:buSzPts val="1050"/>
              <a:buFont typeface="Arial"/>
              <a:buNone/>
              <a:defRPr b="1" i="0" sz="1050">
                <a:solidFill>
                  <a:schemeClr val="accent4"/>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3" name="Google Shape;453;p62"/>
          <p:cNvSpPr txBox="1"/>
          <p:nvPr>
            <p:ph idx="2" type="body"/>
          </p:nvPr>
        </p:nvSpPr>
        <p:spPr>
          <a:xfrm>
            <a:off x="1530598" y="1807222"/>
            <a:ext cx="3965962" cy="1190007"/>
          </a:xfrm>
          <a:prstGeom prst="rect">
            <a:avLst/>
          </a:prstGeom>
          <a:noFill/>
          <a:ln>
            <a:noFill/>
          </a:ln>
        </p:spPr>
        <p:txBody>
          <a:bodyPr anchorCtr="0" anchor="t" bIns="45700" lIns="91425" spcFirstLastPara="1" rIns="91425" wrap="square" tIns="45700">
            <a:normAutofit/>
          </a:bodyPr>
          <a:lstStyle>
            <a:lvl1pPr indent="-292100" lvl="0" marL="457200" algn="l">
              <a:lnSpc>
                <a:spcPct val="90000"/>
              </a:lnSpc>
              <a:spcBef>
                <a:spcPts val="1000"/>
              </a:spcBef>
              <a:spcAft>
                <a:spcPts val="0"/>
              </a:spcAft>
              <a:buClr>
                <a:srgbClr val="3D3C3C"/>
              </a:buClr>
              <a:buSzPts val="1000"/>
              <a:buChar char="•"/>
              <a:defRPr sz="1000">
                <a:solidFill>
                  <a:srgbClr val="3D3C3C"/>
                </a:solidFill>
              </a:defRPr>
            </a:lvl1pPr>
            <a:lvl2pPr indent="-292100" lvl="1" marL="914400" algn="l">
              <a:lnSpc>
                <a:spcPct val="90000"/>
              </a:lnSpc>
              <a:spcBef>
                <a:spcPts val="500"/>
              </a:spcBef>
              <a:spcAft>
                <a:spcPts val="0"/>
              </a:spcAft>
              <a:buClr>
                <a:srgbClr val="3D3C3C"/>
              </a:buClr>
              <a:buSzPts val="1000"/>
              <a:buChar char="o"/>
              <a:defRPr sz="1000">
                <a:solidFill>
                  <a:srgbClr val="3D3C3C"/>
                </a:solidFill>
              </a:defRPr>
            </a:lvl2pPr>
            <a:lvl3pPr indent="-292100" lvl="2" marL="1371600" algn="l">
              <a:lnSpc>
                <a:spcPct val="90000"/>
              </a:lnSpc>
              <a:spcBef>
                <a:spcPts val="500"/>
              </a:spcBef>
              <a:spcAft>
                <a:spcPts val="0"/>
              </a:spcAft>
              <a:buClr>
                <a:srgbClr val="3D3C3C"/>
              </a:buClr>
              <a:buSzPts val="1000"/>
              <a:buFont typeface="Courier New"/>
              <a:buChar char="o"/>
              <a:defRPr sz="1000">
                <a:solidFill>
                  <a:srgbClr val="3D3C3C"/>
                </a:solidFill>
              </a:defRPr>
            </a:lvl3pPr>
            <a:lvl4pPr indent="-292100" lvl="3" marL="1828800" algn="l">
              <a:lnSpc>
                <a:spcPct val="90000"/>
              </a:lnSpc>
              <a:spcBef>
                <a:spcPts val="500"/>
              </a:spcBef>
              <a:spcAft>
                <a:spcPts val="0"/>
              </a:spcAft>
              <a:buClr>
                <a:srgbClr val="3D3C3C"/>
              </a:buClr>
              <a:buSzPts val="1000"/>
              <a:buChar char="•"/>
              <a:defRPr sz="1000">
                <a:solidFill>
                  <a:srgbClr val="3D3C3C"/>
                </a:solidFill>
              </a:defRPr>
            </a:lvl4pPr>
            <a:lvl5pPr indent="-292100" lvl="4" marL="2286000" algn="l">
              <a:lnSpc>
                <a:spcPct val="90000"/>
              </a:lnSpc>
              <a:spcBef>
                <a:spcPts val="500"/>
              </a:spcBef>
              <a:spcAft>
                <a:spcPts val="0"/>
              </a:spcAft>
              <a:buClr>
                <a:srgbClr val="3D3C3C"/>
              </a:buClr>
              <a:buSzPts val="1000"/>
              <a:buChar char="o"/>
              <a:defRPr sz="10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4" name="Google Shape;454;p62"/>
          <p:cNvSpPr txBox="1"/>
          <p:nvPr>
            <p:ph idx="3" type="body"/>
          </p:nvPr>
        </p:nvSpPr>
        <p:spPr>
          <a:xfrm>
            <a:off x="1530598" y="3091828"/>
            <a:ext cx="3032115" cy="185678"/>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accent4"/>
              </a:buClr>
              <a:buSzPts val="1050"/>
              <a:buFont typeface="Arial"/>
              <a:buNone/>
              <a:defRPr b="1" i="0" sz="1050">
                <a:solidFill>
                  <a:schemeClr val="accent4"/>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5" name="Google Shape;455;p62"/>
          <p:cNvSpPr txBox="1"/>
          <p:nvPr>
            <p:ph idx="4" type="body"/>
          </p:nvPr>
        </p:nvSpPr>
        <p:spPr>
          <a:xfrm>
            <a:off x="1530598" y="3365744"/>
            <a:ext cx="3965962" cy="1190007"/>
          </a:xfrm>
          <a:prstGeom prst="rect">
            <a:avLst/>
          </a:prstGeom>
          <a:noFill/>
          <a:ln>
            <a:noFill/>
          </a:ln>
        </p:spPr>
        <p:txBody>
          <a:bodyPr anchorCtr="0" anchor="t" bIns="45700" lIns="91425" spcFirstLastPara="1" rIns="91425" wrap="square" tIns="45700">
            <a:normAutofit/>
          </a:bodyPr>
          <a:lstStyle>
            <a:lvl1pPr indent="-292100" lvl="0" marL="457200" algn="l">
              <a:lnSpc>
                <a:spcPct val="90000"/>
              </a:lnSpc>
              <a:spcBef>
                <a:spcPts val="1000"/>
              </a:spcBef>
              <a:spcAft>
                <a:spcPts val="0"/>
              </a:spcAft>
              <a:buClr>
                <a:srgbClr val="3D3C3C"/>
              </a:buClr>
              <a:buSzPts val="1000"/>
              <a:buChar char="•"/>
              <a:defRPr sz="1000">
                <a:solidFill>
                  <a:srgbClr val="3D3C3C"/>
                </a:solidFill>
              </a:defRPr>
            </a:lvl1pPr>
            <a:lvl2pPr indent="-292100" lvl="1" marL="914400" algn="l">
              <a:lnSpc>
                <a:spcPct val="90000"/>
              </a:lnSpc>
              <a:spcBef>
                <a:spcPts val="500"/>
              </a:spcBef>
              <a:spcAft>
                <a:spcPts val="0"/>
              </a:spcAft>
              <a:buClr>
                <a:srgbClr val="3D3C3C"/>
              </a:buClr>
              <a:buSzPts val="1000"/>
              <a:buChar char="o"/>
              <a:defRPr sz="1000">
                <a:solidFill>
                  <a:srgbClr val="3D3C3C"/>
                </a:solidFill>
              </a:defRPr>
            </a:lvl2pPr>
            <a:lvl3pPr indent="-292100" lvl="2" marL="1371600" algn="l">
              <a:lnSpc>
                <a:spcPct val="90000"/>
              </a:lnSpc>
              <a:spcBef>
                <a:spcPts val="500"/>
              </a:spcBef>
              <a:spcAft>
                <a:spcPts val="0"/>
              </a:spcAft>
              <a:buClr>
                <a:srgbClr val="3D3C3C"/>
              </a:buClr>
              <a:buSzPts val="1000"/>
              <a:buFont typeface="Courier New"/>
              <a:buChar char="o"/>
              <a:defRPr sz="1000">
                <a:solidFill>
                  <a:srgbClr val="3D3C3C"/>
                </a:solidFill>
              </a:defRPr>
            </a:lvl3pPr>
            <a:lvl4pPr indent="-292100" lvl="3" marL="1828800" algn="l">
              <a:lnSpc>
                <a:spcPct val="90000"/>
              </a:lnSpc>
              <a:spcBef>
                <a:spcPts val="500"/>
              </a:spcBef>
              <a:spcAft>
                <a:spcPts val="0"/>
              </a:spcAft>
              <a:buClr>
                <a:srgbClr val="3D3C3C"/>
              </a:buClr>
              <a:buSzPts val="1000"/>
              <a:buChar char="•"/>
              <a:defRPr sz="1000">
                <a:solidFill>
                  <a:srgbClr val="3D3C3C"/>
                </a:solidFill>
              </a:defRPr>
            </a:lvl4pPr>
            <a:lvl5pPr indent="-292100" lvl="4" marL="2286000" algn="l">
              <a:lnSpc>
                <a:spcPct val="90000"/>
              </a:lnSpc>
              <a:spcBef>
                <a:spcPts val="500"/>
              </a:spcBef>
              <a:spcAft>
                <a:spcPts val="0"/>
              </a:spcAft>
              <a:buClr>
                <a:srgbClr val="3D3C3C"/>
              </a:buClr>
              <a:buSzPts val="1000"/>
              <a:buChar char="o"/>
              <a:defRPr sz="10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6" name="Google Shape;456;p62"/>
          <p:cNvSpPr txBox="1"/>
          <p:nvPr>
            <p:ph idx="5" type="body"/>
          </p:nvPr>
        </p:nvSpPr>
        <p:spPr>
          <a:xfrm>
            <a:off x="1530598" y="4646643"/>
            <a:ext cx="3945293" cy="185678"/>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accent4"/>
              </a:buClr>
              <a:buSzPts val="1050"/>
              <a:buFont typeface="Arial"/>
              <a:buNone/>
              <a:defRPr b="1" i="0" sz="1050">
                <a:solidFill>
                  <a:schemeClr val="accent4"/>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7" name="Google Shape;457;p62"/>
          <p:cNvSpPr txBox="1"/>
          <p:nvPr>
            <p:ph idx="6" type="body"/>
          </p:nvPr>
        </p:nvSpPr>
        <p:spPr>
          <a:xfrm>
            <a:off x="1530598" y="4920559"/>
            <a:ext cx="3965962" cy="1190007"/>
          </a:xfrm>
          <a:prstGeom prst="rect">
            <a:avLst/>
          </a:prstGeom>
          <a:noFill/>
          <a:ln>
            <a:noFill/>
          </a:ln>
        </p:spPr>
        <p:txBody>
          <a:bodyPr anchorCtr="0" anchor="t" bIns="45700" lIns="91425" spcFirstLastPara="1" rIns="91425" wrap="square" tIns="45700">
            <a:normAutofit/>
          </a:bodyPr>
          <a:lstStyle>
            <a:lvl1pPr indent="-292100" lvl="0" marL="457200" algn="l">
              <a:lnSpc>
                <a:spcPct val="90000"/>
              </a:lnSpc>
              <a:spcBef>
                <a:spcPts val="1000"/>
              </a:spcBef>
              <a:spcAft>
                <a:spcPts val="0"/>
              </a:spcAft>
              <a:buClr>
                <a:srgbClr val="3D3C3C"/>
              </a:buClr>
              <a:buSzPts val="1000"/>
              <a:buChar char="•"/>
              <a:defRPr sz="1000">
                <a:solidFill>
                  <a:srgbClr val="3D3C3C"/>
                </a:solidFill>
              </a:defRPr>
            </a:lvl1pPr>
            <a:lvl2pPr indent="-292100" lvl="1" marL="914400" algn="l">
              <a:lnSpc>
                <a:spcPct val="90000"/>
              </a:lnSpc>
              <a:spcBef>
                <a:spcPts val="500"/>
              </a:spcBef>
              <a:spcAft>
                <a:spcPts val="0"/>
              </a:spcAft>
              <a:buClr>
                <a:srgbClr val="3D3C3C"/>
              </a:buClr>
              <a:buSzPts val="1000"/>
              <a:buChar char="o"/>
              <a:defRPr sz="1000">
                <a:solidFill>
                  <a:srgbClr val="3D3C3C"/>
                </a:solidFill>
              </a:defRPr>
            </a:lvl2pPr>
            <a:lvl3pPr indent="-292100" lvl="2" marL="1371600" algn="l">
              <a:lnSpc>
                <a:spcPct val="90000"/>
              </a:lnSpc>
              <a:spcBef>
                <a:spcPts val="500"/>
              </a:spcBef>
              <a:spcAft>
                <a:spcPts val="0"/>
              </a:spcAft>
              <a:buClr>
                <a:srgbClr val="3D3C3C"/>
              </a:buClr>
              <a:buSzPts val="1000"/>
              <a:buFont typeface="Courier New"/>
              <a:buChar char="o"/>
              <a:defRPr sz="1000">
                <a:solidFill>
                  <a:srgbClr val="3D3C3C"/>
                </a:solidFill>
              </a:defRPr>
            </a:lvl3pPr>
            <a:lvl4pPr indent="-292100" lvl="3" marL="1828800" algn="l">
              <a:lnSpc>
                <a:spcPct val="90000"/>
              </a:lnSpc>
              <a:spcBef>
                <a:spcPts val="500"/>
              </a:spcBef>
              <a:spcAft>
                <a:spcPts val="0"/>
              </a:spcAft>
              <a:buClr>
                <a:srgbClr val="3D3C3C"/>
              </a:buClr>
              <a:buSzPts val="1000"/>
              <a:buChar char="•"/>
              <a:defRPr sz="1000">
                <a:solidFill>
                  <a:srgbClr val="3D3C3C"/>
                </a:solidFill>
              </a:defRPr>
            </a:lvl4pPr>
            <a:lvl5pPr indent="-292100" lvl="4" marL="2286000" algn="l">
              <a:lnSpc>
                <a:spcPct val="90000"/>
              </a:lnSpc>
              <a:spcBef>
                <a:spcPts val="500"/>
              </a:spcBef>
              <a:spcAft>
                <a:spcPts val="0"/>
              </a:spcAft>
              <a:buClr>
                <a:srgbClr val="3D3C3C"/>
              </a:buClr>
              <a:buSzPts val="1000"/>
              <a:buChar char="o"/>
              <a:defRPr sz="10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8" name="Google Shape;458;p62"/>
          <p:cNvSpPr txBox="1"/>
          <p:nvPr>
            <p:ph idx="7" type="body"/>
          </p:nvPr>
        </p:nvSpPr>
        <p:spPr>
          <a:xfrm>
            <a:off x="7629289" y="1533306"/>
            <a:ext cx="3945293" cy="185678"/>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accent4"/>
              </a:buClr>
              <a:buSzPts val="1050"/>
              <a:buFont typeface="Arial"/>
              <a:buNone/>
              <a:defRPr b="1" i="0" sz="1050">
                <a:solidFill>
                  <a:schemeClr val="accent4"/>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9" name="Google Shape;459;p62"/>
          <p:cNvSpPr txBox="1"/>
          <p:nvPr>
            <p:ph idx="8" type="body"/>
          </p:nvPr>
        </p:nvSpPr>
        <p:spPr>
          <a:xfrm>
            <a:off x="7629289" y="1807222"/>
            <a:ext cx="3965962" cy="1190007"/>
          </a:xfrm>
          <a:prstGeom prst="rect">
            <a:avLst/>
          </a:prstGeom>
          <a:noFill/>
          <a:ln>
            <a:noFill/>
          </a:ln>
        </p:spPr>
        <p:txBody>
          <a:bodyPr anchorCtr="0" anchor="t" bIns="45700" lIns="91425" spcFirstLastPara="1" rIns="91425" wrap="square" tIns="45700">
            <a:normAutofit/>
          </a:bodyPr>
          <a:lstStyle>
            <a:lvl1pPr indent="-292100" lvl="0" marL="457200" algn="l">
              <a:lnSpc>
                <a:spcPct val="90000"/>
              </a:lnSpc>
              <a:spcBef>
                <a:spcPts val="1000"/>
              </a:spcBef>
              <a:spcAft>
                <a:spcPts val="0"/>
              </a:spcAft>
              <a:buClr>
                <a:srgbClr val="3D3C3C"/>
              </a:buClr>
              <a:buSzPts val="1000"/>
              <a:buChar char="•"/>
              <a:defRPr sz="1000">
                <a:solidFill>
                  <a:srgbClr val="3D3C3C"/>
                </a:solidFill>
              </a:defRPr>
            </a:lvl1pPr>
            <a:lvl2pPr indent="-292100" lvl="1" marL="914400" algn="l">
              <a:lnSpc>
                <a:spcPct val="90000"/>
              </a:lnSpc>
              <a:spcBef>
                <a:spcPts val="500"/>
              </a:spcBef>
              <a:spcAft>
                <a:spcPts val="0"/>
              </a:spcAft>
              <a:buClr>
                <a:srgbClr val="3D3C3C"/>
              </a:buClr>
              <a:buSzPts val="1000"/>
              <a:buChar char="o"/>
              <a:defRPr sz="1000">
                <a:solidFill>
                  <a:srgbClr val="3D3C3C"/>
                </a:solidFill>
              </a:defRPr>
            </a:lvl2pPr>
            <a:lvl3pPr indent="-292100" lvl="2" marL="1371600" algn="l">
              <a:lnSpc>
                <a:spcPct val="90000"/>
              </a:lnSpc>
              <a:spcBef>
                <a:spcPts val="500"/>
              </a:spcBef>
              <a:spcAft>
                <a:spcPts val="0"/>
              </a:spcAft>
              <a:buClr>
                <a:srgbClr val="3D3C3C"/>
              </a:buClr>
              <a:buSzPts val="1000"/>
              <a:buFont typeface="Courier New"/>
              <a:buChar char="o"/>
              <a:defRPr sz="1000">
                <a:solidFill>
                  <a:srgbClr val="3D3C3C"/>
                </a:solidFill>
              </a:defRPr>
            </a:lvl3pPr>
            <a:lvl4pPr indent="-292100" lvl="3" marL="1828800" algn="l">
              <a:lnSpc>
                <a:spcPct val="90000"/>
              </a:lnSpc>
              <a:spcBef>
                <a:spcPts val="500"/>
              </a:spcBef>
              <a:spcAft>
                <a:spcPts val="0"/>
              </a:spcAft>
              <a:buClr>
                <a:srgbClr val="3D3C3C"/>
              </a:buClr>
              <a:buSzPts val="1000"/>
              <a:buChar char="•"/>
              <a:defRPr sz="1000">
                <a:solidFill>
                  <a:srgbClr val="3D3C3C"/>
                </a:solidFill>
              </a:defRPr>
            </a:lvl4pPr>
            <a:lvl5pPr indent="-292100" lvl="4" marL="2286000" algn="l">
              <a:lnSpc>
                <a:spcPct val="90000"/>
              </a:lnSpc>
              <a:spcBef>
                <a:spcPts val="500"/>
              </a:spcBef>
              <a:spcAft>
                <a:spcPts val="0"/>
              </a:spcAft>
              <a:buClr>
                <a:srgbClr val="3D3C3C"/>
              </a:buClr>
              <a:buSzPts val="1000"/>
              <a:buChar char="o"/>
              <a:defRPr sz="10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0" name="Google Shape;460;p62"/>
          <p:cNvSpPr txBox="1"/>
          <p:nvPr>
            <p:ph idx="9" type="body"/>
          </p:nvPr>
        </p:nvSpPr>
        <p:spPr>
          <a:xfrm>
            <a:off x="7629289" y="3365744"/>
            <a:ext cx="3965962" cy="1190007"/>
          </a:xfrm>
          <a:prstGeom prst="rect">
            <a:avLst/>
          </a:prstGeom>
          <a:noFill/>
          <a:ln>
            <a:noFill/>
          </a:ln>
        </p:spPr>
        <p:txBody>
          <a:bodyPr anchorCtr="0" anchor="t" bIns="45700" lIns="91425" spcFirstLastPara="1" rIns="91425" wrap="square" tIns="45700">
            <a:normAutofit/>
          </a:bodyPr>
          <a:lstStyle>
            <a:lvl1pPr indent="-292100" lvl="0" marL="457200" algn="l">
              <a:lnSpc>
                <a:spcPct val="90000"/>
              </a:lnSpc>
              <a:spcBef>
                <a:spcPts val="1000"/>
              </a:spcBef>
              <a:spcAft>
                <a:spcPts val="0"/>
              </a:spcAft>
              <a:buClr>
                <a:srgbClr val="3D3C3C"/>
              </a:buClr>
              <a:buSzPts val="1000"/>
              <a:buChar char="•"/>
              <a:defRPr sz="1000">
                <a:solidFill>
                  <a:srgbClr val="3D3C3C"/>
                </a:solidFill>
              </a:defRPr>
            </a:lvl1pPr>
            <a:lvl2pPr indent="-292100" lvl="1" marL="914400" algn="l">
              <a:lnSpc>
                <a:spcPct val="90000"/>
              </a:lnSpc>
              <a:spcBef>
                <a:spcPts val="500"/>
              </a:spcBef>
              <a:spcAft>
                <a:spcPts val="0"/>
              </a:spcAft>
              <a:buClr>
                <a:srgbClr val="3D3C3C"/>
              </a:buClr>
              <a:buSzPts val="1000"/>
              <a:buChar char="o"/>
              <a:defRPr sz="1000">
                <a:solidFill>
                  <a:srgbClr val="3D3C3C"/>
                </a:solidFill>
              </a:defRPr>
            </a:lvl2pPr>
            <a:lvl3pPr indent="-292100" lvl="2" marL="1371600" algn="l">
              <a:lnSpc>
                <a:spcPct val="90000"/>
              </a:lnSpc>
              <a:spcBef>
                <a:spcPts val="500"/>
              </a:spcBef>
              <a:spcAft>
                <a:spcPts val="0"/>
              </a:spcAft>
              <a:buClr>
                <a:srgbClr val="3D3C3C"/>
              </a:buClr>
              <a:buSzPts val="1000"/>
              <a:buFont typeface="Courier New"/>
              <a:buChar char="o"/>
              <a:defRPr sz="1000">
                <a:solidFill>
                  <a:srgbClr val="3D3C3C"/>
                </a:solidFill>
              </a:defRPr>
            </a:lvl3pPr>
            <a:lvl4pPr indent="-292100" lvl="3" marL="1828800" algn="l">
              <a:lnSpc>
                <a:spcPct val="90000"/>
              </a:lnSpc>
              <a:spcBef>
                <a:spcPts val="500"/>
              </a:spcBef>
              <a:spcAft>
                <a:spcPts val="0"/>
              </a:spcAft>
              <a:buClr>
                <a:srgbClr val="3D3C3C"/>
              </a:buClr>
              <a:buSzPts val="1000"/>
              <a:buChar char="•"/>
              <a:defRPr sz="1000">
                <a:solidFill>
                  <a:srgbClr val="3D3C3C"/>
                </a:solidFill>
              </a:defRPr>
            </a:lvl4pPr>
            <a:lvl5pPr indent="-292100" lvl="4" marL="2286000" algn="l">
              <a:lnSpc>
                <a:spcPct val="90000"/>
              </a:lnSpc>
              <a:spcBef>
                <a:spcPts val="500"/>
              </a:spcBef>
              <a:spcAft>
                <a:spcPts val="0"/>
              </a:spcAft>
              <a:buClr>
                <a:srgbClr val="3D3C3C"/>
              </a:buClr>
              <a:buSzPts val="1000"/>
              <a:buChar char="o"/>
              <a:defRPr sz="10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1" name="Google Shape;461;p62"/>
          <p:cNvSpPr txBox="1"/>
          <p:nvPr>
            <p:ph idx="13" type="body"/>
          </p:nvPr>
        </p:nvSpPr>
        <p:spPr>
          <a:xfrm>
            <a:off x="7629289" y="4646643"/>
            <a:ext cx="3945293" cy="185678"/>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accent4"/>
              </a:buClr>
              <a:buSzPts val="1050"/>
              <a:buFont typeface="Arial"/>
              <a:buNone/>
              <a:defRPr b="1" i="0" sz="1050">
                <a:solidFill>
                  <a:schemeClr val="accent4"/>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2" name="Google Shape;462;p62"/>
          <p:cNvSpPr txBox="1"/>
          <p:nvPr>
            <p:ph idx="14" type="body"/>
          </p:nvPr>
        </p:nvSpPr>
        <p:spPr>
          <a:xfrm>
            <a:off x="7629289" y="4920559"/>
            <a:ext cx="3965962" cy="1190007"/>
          </a:xfrm>
          <a:prstGeom prst="rect">
            <a:avLst/>
          </a:prstGeom>
          <a:noFill/>
          <a:ln>
            <a:noFill/>
          </a:ln>
        </p:spPr>
        <p:txBody>
          <a:bodyPr anchorCtr="0" anchor="t" bIns="45700" lIns="91425" spcFirstLastPara="1" rIns="91425" wrap="square" tIns="45700">
            <a:normAutofit/>
          </a:bodyPr>
          <a:lstStyle>
            <a:lvl1pPr indent="-292100" lvl="0" marL="457200" algn="l">
              <a:lnSpc>
                <a:spcPct val="90000"/>
              </a:lnSpc>
              <a:spcBef>
                <a:spcPts val="1000"/>
              </a:spcBef>
              <a:spcAft>
                <a:spcPts val="0"/>
              </a:spcAft>
              <a:buClr>
                <a:srgbClr val="3D3C3C"/>
              </a:buClr>
              <a:buSzPts val="1000"/>
              <a:buChar char="•"/>
              <a:defRPr sz="1000">
                <a:solidFill>
                  <a:srgbClr val="3D3C3C"/>
                </a:solidFill>
              </a:defRPr>
            </a:lvl1pPr>
            <a:lvl2pPr indent="-292100" lvl="1" marL="914400" algn="l">
              <a:lnSpc>
                <a:spcPct val="90000"/>
              </a:lnSpc>
              <a:spcBef>
                <a:spcPts val="500"/>
              </a:spcBef>
              <a:spcAft>
                <a:spcPts val="0"/>
              </a:spcAft>
              <a:buClr>
                <a:srgbClr val="3D3C3C"/>
              </a:buClr>
              <a:buSzPts val="1000"/>
              <a:buChar char="o"/>
              <a:defRPr sz="1000">
                <a:solidFill>
                  <a:srgbClr val="3D3C3C"/>
                </a:solidFill>
              </a:defRPr>
            </a:lvl2pPr>
            <a:lvl3pPr indent="-292100" lvl="2" marL="1371600" algn="l">
              <a:lnSpc>
                <a:spcPct val="90000"/>
              </a:lnSpc>
              <a:spcBef>
                <a:spcPts val="500"/>
              </a:spcBef>
              <a:spcAft>
                <a:spcPts val="0"/>
              </a:spcAft>
              <a:buClr>
                <a:srgbClr val="3D3C3C"/>
              </a:buClr>
              <a:buSzPts val="1000"/>
              <a:buFont typeface="Courier New"/>
              <a:buChar char="o"/>
              <a:defRPr sz="1000">
                <a:solidFill>
                  <a:srgbClr val="3D3C3C"/>
                </a:solidFill>
              </a:defRPr>
            </a:lvl3pPr>
            <a:lvl4pPr indent="-292100" lvl="3" marL="1828800" algn="l">
              <a:lnSpc>
                <a:spcPct val="90000"/>
              </a:lnSpc>
              <a:spcBef>
                <a:spcPts val="500"/>
              </a:spcBef>
              <a:spcAft>
                <a:spcPts val="0"/>
              </a:spcAft>
              <a:buClr>
                <a:srgbClr val="3D3C3C"/>
              </a:buClr>
              <a:buSzPts val="1000"/>
              <a:buChar char="•"/>
              <a:defRPr sz="1000">
                <a:solidFill>
                  <a:srgbClr val="3D3C3C"/>
                </a:solidFill>
              </a:defRPr>
            </a:lvl4pPr>
            <a:lvl5pPr indent="-292100" lvl="4" marL="2286000" algn="l">
              <a:lnSpc>
                <a:spcPct val="90000"/>
              </a:lnSpc>
              <a:spcBef>
                <a:spcPts val="500"/>
              </a:spcBef>
              <a:spcAft>
                <a:spcPts val="0"/>
              </a:spcAft>
              <a:buClr>
                <a:srgbClr val="3D3C3C"/>
              </a:buClr>
              <a:buSzPts val="1000"/>
              <a:buChar char="o"/>
              <a:defRPr sz="10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3" name="Google Shape;463;p62"/>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4" name="Google Shape;464;p62"/>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5" name="Google Shape;465;p62"/>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66" name="Google Shape;466;p62"/>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7" name="Google Shape;467;p62"/>
          <p:cNvSpPr txBox="1"/>
          <p:nvPr>
            <p:ph idx="15" type="body"/>
          </p:nvPr>
        </p:nvSpPr>
        <p:spPr>
          <a:xfrm>
            <a:off x="7629289" y="3088121"/>
            <a:ext cx="3945293" cy="185678"/>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accent4"/>
              </a:buClr>
              <a:buSzPts val="1050"/>
              <a:buFont typeface="Arial"/>
              <a:buNone/>
              <a:defRPr b="1" i="0" sz="1050">
                <a:solidFill>
                  <a:schemeClr val="accent4"/>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8" name="Google Shape;468;p62"/>
          <p:cNvSpPr/>
          <p:nvPr>
            <p:ph idx="16" type="pic"/>
          </p:nvPr>
        </p:nvSpPr>
        <p:spPr>
          <a:xfrm>
            <a:off x="757960" y="1540912"/>
            <a:ext cx="670445" cy="670445"/>
          </a:xfrm>
          <a:prstGeom prst="rect">
            <a:avLst/>
          </a:prstGeom>
          <a:noFill/>
          <a:ln>
            <a:noFill/>
          </a:ln>
        </p:spPr>
      </p:sp>
      <p:sp>
        <p:nvSpPr>
          <p:cNvPr id="469" name="Google Shape;469;p62"/>
          <p:cNvSpPr/>
          <p:nvPr>
            <p:ph idx="17" type="pic"/>
          </p:nvPr>
        </p:nvSpPr>
        <p:spPr>
          <a:xfrm>
            <a:off x="757959" y="3093777"/>
            <a:ext cx="670445" cy="670445"/>
          </a:xfrm>
          <a:prstGeom prst="rect">
            <a:avLst/>
          </a:prstGeom>
          <a:noFill/>
          <a:ln>
            <a:noFill/>
          </a:ln>
        </p:spPr>
      </p:sp>
      <p:sp>
        <p:nvSpPr>
          <p:cNvPr id="470" name="Google Shape;470;p62"/>
          <p:cNvSpPr/>
          <p:nvPr>
            <p:ph idx="18" type="pic"/>
          </p:nvPr>
        </p:nvSpPr>
        <p:spPr>
          <a:xfrm>
            <a:off x="757959" y="4646642"/>
            <a:ext cx="670445" cy="670445"/>
          </a:xfrm>
          <a:prstGeom prst="rect">
            <a:avLst/>
          </a:prstGeom>
          <a:noFill/>
          <a:ln>
            <a:noFill/>
          </a:ln>
        </p:spPr>
      </p:sp>
      <p:sp>
        <p:nvSpPr>
          <p:cNvPr id="471" name="Google Shape;471;p62"/>
          <p:cNvSpPr/>
          <p:nvPr>
            <p:ph idx="19" type="pic"/>
          </p:nvPr>
        </p:nvSpPr>
        <p:spPr>
          <a:xfrm>
            <a:off x="6851268" y="1540912"/>
            <a:ext cx="670445" cy="670445"/>
          </a:xfrm>
          <a:prstGeom prst="rect">
            <a:avLst/>
          </a:prstGeom>
          <a:noFill/>
          <a:ln>
            <a:noFill/>
          </a:ln>
        </p:spPr>
      </p:sp>
      <p:sp>
        <p:nvSpPr>
          <p:cNvPr id="472" name="Google Shape;472;p62"/>
          <p:cNvSpPr/>
          <p:nvPr>
            <p:ph idx="20" type="pic"/>
          </p:nvPr>
        </p:nvSpPr>
        <p:spPr>
          <a:xfrm>
            <a:off x="6851267" y="3093777"/>
            <a:ext cx="670445" cy="670445"/>
          </a:xfrm>
          <a:prstGeom prst="rect">
            <a:avLst/>
          </a:prstGeom>
          <a:noFill/>
          <a:ln>
            <a:noFill/>
          </a:ln>
        </p:spPr>
      </p:sp>
      <p:sp>
        <p:nvSpPr>
          <p:cNvPr id="473" name="Google Shape;473;p62"/>
          <p:cNvSpPr/>
          <p:nvPr>
            <p:ph idx="21" type="pic"/>
          </p:nvPr>
        </p:nvSpPr>
        <p:spPr>
          <a:xfrm>
            <a:off x="6851267" y="4646642"/>
            <a:ext cx="670445" cy="670445"/>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Sections Alt">
  <p:cSld name="6 Sections Alt">
    <p:spTree>
      <p:nvGrpSpPr>
        <p:cNvPr id="474" name="Shape 474"/>
        <p:cNvGrpSpPr/>
        <p:nvPr/>
      </p:nvGrpSpPr>
      <p:grpSpPr>
        <a:xfrm>
          <a:off x="0" y="0"/>
          <a:ext cx="0" cy="0"/>
          <a:chOff x="0" y="0"/>
          <a:chExt cx="0" cy="0"/>
        </a:xfrm>
      </p:grpSpPr>
      <p:grpSp>
        <p:nvGrpSpPr>
          <p:cNvPr id="475" name="Google Shape;475;p63"/>
          <p:cNvGrpSpPr/>
          <p:nvPr/>
        </p:nvGrpSpPr>
        <p:grpSpPr>
          <a:xfrm>
            <a:off x="8344423" y="1494242"/>
            <a:ext cx="3593577" cy="2366530"/>
            <a:chOff x="8308374" y="1494947"/>
            <a:chExt cx="3593577" cy="2366530"/>
          </a:xfrm>
        </p:grpSpPr>
        <p:sp>
          <p:nvSpPr>
            <p:cNvPr id="476" name="Google Shape;476;p63"/>
            <p:cNvSpPr/>
            <p:nvPr/>
          </p:nvSpPr>
          <p:spPr>
            <a:xfrm rot="-5400000">
              <a:off x="8098330" y="1864009"/>
              <a:ext cx="747639" cy="327545"/>
            </a:xfrm>
            <a:custGeom>
              <a:rect b="b" l="l" r="r" t="t"/>
              <a:pathLst>
                <a:path extrusionOk="0" h="327545" w="1156648">
                  <a:moveTo>
                    <a:pt x="327546" y="3"/>
                  </a:moveTo>
                  <a:lnTo>
                    <a:pt x="1156648" y="0"/>
                  </a:lnTo>
                  <a:lnTo>
                    <a:pt x="1156648" y="327545"/>
                  </a:lnTo>
                  <a:lnTo>
                    <a:pt x="0" y="327545"/>
                  </a:lnTo>
                  <a:lnTo>
                    <a:pt x="327546" y="3"/>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77" name="Google Shape;477;p63"/>
            <p:cNvSpPr/>
            <p:nvPr/>
          </p:nvSpPr>
          <p:spPr>
            <a:xfrm>
              <a:off x="8635918" y="1494947"/>
              <a:ext cx="3266033" cy="236653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78" name="Google Shape;478;p63"/>
            <p:cNvSpPr/>
            <p:nvPr/>
          </p:nvSpPr>
          <p:spPr>
            <a:xfrm>
              <a:off x="8308374" y="1596032"/>
              <a:ext cx="3029798" cy="57380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479" name="Google Shape;479;p63"/>
          <p:cNvGrpSpPr/>
          <p:nvPr/>
        </p:nvGrpSpPr>
        <p:grpSpPr>
          <a:xfrm>
            <a:off x="4288180" y="1494242"/>
            <a:ext cx="3593577" cy="2366530"/>
            <a:chOff x="8308374" y="1494947"/>
            <a:chExt cx="3593577" cy="2366530"/>
          </a:xfrm>
        </p:grpSpPr>
        <p:sp>
          <p:nvSpPr>
            <p:cNvPr id="480" name="Google Shape;480;p63"/>
            <p:cNvSpPr/>
            <p:nvPr/>
          </p:nvSpPr>
          <p:spPr>
            <a:xfrm rot="-5400000">
              <a:off x="8098330" y="1864009"/>
              <a:ext cx="747639" cy="327545"/>
            </a:xfrm>
            <a:custGeom>
              <a:rect b="b" l="l" r="r" t="t"/>
              <a:pathLst>
                <a:path extrusionOk="0" h="327545" w="1156648">
                  <a:moveTo>
                    <a:pt x="327546" y="3"/>
                  </a:moveTo>
                  <a:lnTo>
                    <a:pt x="1156648" y="0"/>
                  </a:lnTo>
                  <a:lnTo>
                    <a:pt x="1156648" y="327545"/>
                  </a:lnTo>
                  <a:lnTo>
                    <a:pt x="0" y="327545"/>
                  </a:lnTo>
                  <a:lnTo>
                    <a:pt x="327546" y="3"/>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81" name="Google Shape;481;p63"/>
            <p:cNvSpPr/>
            <p:nvPr/>
          </p:nvSpPr>
          <p:spPr>
            <a:xfrm>
              <a:off x="8635918" y="1494947"/>
              <a:ext cx="3266033" cy="236653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82" name="Google Shape;482;p63"/>
            <p:cNvSpPr/>
            <p:nvPr/>
          </p:nvSpPr>
          <p:spPr>
            <a:xfrm>
              <a:off x="8308374" y="1596032"/>
              <a:ext cx="3029798" cy="57380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483" name="Google Shape;483;p63"/>
          <p:cNvGrpSpPr/>
          <p:nvPr/>
        </p:nvGrpSpPr>
        <p:grpSpPr>
          <a:xfrm>
            <a:off x="231937" y="1494242"/>
            <a:ext cx="3593577" cy="2366530"/>
            <a:chOff x="8308374" y="1494947"/>
            <a:chExt cx="3593577" cy="2366530"/>
          </a:xfrm>
        </p:grpSpPr>
        <p:sp>
          <p:nvSpPr>
            <p:cNvPr id="484" name="Google Shape;484;p63"/>
            <p:cNvSpPr/>
            <p:nvPr/>
          </p:nvSpPr>
          <p:spPr>
            <a:xfrm rot="-5400000">
              <a:off x="8098330" y="1864009"/>
              <a:ext cx="747639" cy="327545"/>
            </a:xfrm>
            <a:custGeom>
              <a:rect b="b" l="l" r="r" t="t"/>
              <a:pathLst>
                <a:path extrusionOk="0" h="327545" w="1156648">
                  <a:moveTo>
                    <a:pt x="327546" y="3"/>
                  </a:moveTo>
                  <a:lnTo>
                    <a:pt x="1156648" y="0"/>
                  </a:lnTo>
                  <a:lnTo>
                    <a:pt x="1156648" y="327545"/>
                  </a:lnTo>
                  <a:lnTo>
                    <a:pt x="0" y="327545"/>
                  </a:lnTo>
                  <a:lnTo>
                    <a:pt x="327546" y="3"/>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85" name="Google Shape;485;p63"/>
            <p:cNvSpPr/>
            <p:nvPr/>
          </p:nvSpPr>
          <p:spPr>
            <a:xfrm>
              <a:off x="8635918" y="1494947"/>
              <a:ext cx="3266033" cy="236653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86" name="Google Shape;486;p63"/>
            <p:cNvSpPr/>
            <p:nvPr/>
          </p:nvSpPr>
          <p:spPr>
            <a:xfrm>
              <a:off x="8308374" y="1596032"/>
              <a:ext cx="3029798" cy="57380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487" name="Google Shape;487;p63"/>
          <p:cNvGrpSpPr/>
          <p:nvPr/>
        </p:nvGrpSpPr>
        <p:grpSpPr>
          <a:xfrm>
            <a:off x="8362631" y="3967019"/>
            <a:ext cx="3593577" cy="2366530"/>
            <a:chOff x="8308374" y="1494947"/>
            <a:chExt cx="3593577" cy="2366530"/>
          </a:xfrm>
        </p:grpSpPr>
        <p:sp>
          <p:nvSpPr>
            <p:cNvPr id="488" name="Google Shape;488;p63"/>
            <p:cNvSpPr/>
            <p:nvPr/>
          </p:nvSpPr>
          <p:spPr>
            <a:xfrm rot="-5400000">
              <a:off x="8098330" y="1864009"/>
              <a:ext cx="747639" cy="327545"/>
            </a:xfrm>
            <a:custGeom>
              <a:rect b="b" l="l" r="r" t="t"/>
              <a:pathLst>
                <a:path extrusionOk="0" h="327545" w="1156648">
                  <a:moveTo>
                    <a:pt x="327546" y="3"/>
                  </a:moveTo>
                  <a:lnTo>
                    <a:pt x="1156648" y="0"/>
                  </a:lnTo>
                  <a:lnTo>
                    <a:pt x="1156648" y="327545"/>
                  </a:lnTo>
                  <a:lnTo>
                    <a:pt x="0" y="327545"/>
                  </a:lnTo>
                  <a:lnTo>
                    <a:pt x="327546" y="3"/>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89" name="Google Shape;489;p63"/>
            <p:cNvSpPr/>
            <p:nvPr/>
          </p:nvSpPr>
          <p:spPr>
            <a:xfrm>
              <a:off x="8635918" y="1494947"/>
              <a:ext cx="3266033" cy="236653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0" name="Google Shape;490;p63"/>
            <p:cNvSpPr/>
            <p:nvPr/>
          </p:nvSpPr>
          <p:spPr>
            <a:xfrm>
              <a:off x="8308374" y="1596032"/>
              <a:ext cx="3029798" cy="57380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491" name="Google Shape;491;p63"/>
          <p:cNvGrpSpPr/>
          <p:nvPr/>
        </p:nvGrpSpPr>
        <p:grpSpPr>
          <a:xfrm>
            <a:off x="4306388" y="3967019"/>
            <a:ext cx="3593577" cy="2366530"/>
            <a:chOff x="8308374" y="1494947"/>
            <a:chExt cx="3593577" cy="2366530"/>
          </a:xfrm>
        </p:grpSpPr>
        <p:sp>
          <p:nvSpPr>
            <p:cNvPr id="492" name="Google Shape;492;p63"/>
            <p:cNvSpPr/>
            <p:nvPr/>
          </p:nvSpPr>
          <p:spPr>
            <a:xfrm rot="-5400000">
              <a:off x="8098330" y="1864009"/>
              <a:ext cx="747639" cy="327545"/>
            </a:xfrm>
            <a:custGeom>
              <a:rect b="b" l="l" r="r" t="t"/>
              <a:pathLst>
                <a:path extrusionOk="0" h="327545" w="1156648">
                  <a:moveTo>
                    <a:pt x="327546" y="3"/>
                  </a:moveTo>
                  <a:lnTo>
                    <a:pt x="1156648" y="0"/>
                  </a:lnTo>
                  <a:lnTo>
                    <a:pt x="1156648" y="327545"/>
                  </a:lnTo>
                  <a:lnTo>
                    <a:pt x="0" y="327545"/>
                  </a:lnTo>
                  <a:lnTo>
                    <a:pt x="327546" y="3"/>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3" name="Google Shape;493;p63"/>
            <p:cNvSpPr/>
            <p:nvPr/>
          </p:nvSpPr>
          <p:spPr>
            <a:xfrm>
              <a:off x="8635918" y="1494947"/>
              <a:ext cx="3266033" cy="236653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4" name="Google Shape;494;p63"/>
            <p:cNvSpPr/>
            <p:nvPr/>
          </p:nvSpPr>
          <p:spPr>
            <a:xfrm>
              <a:off x="8308374" y="1596032"/>
              <a:ext cx="3029798" cy="57380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495" name="Google Shape;495;p63"/>
          <p:cNvGrpSpPr/>
          <p:nvPr/>
        </p:nvGrpSpPr>
        <p:grpSpPr>
          <a:xfrm>
            <a:off x="250145" y="3967019"/>
            <a:ext cx="3593577" cy="2366530"/>
            <a:chOff x="8308374" y="1494947"/>
            <a:chExt cx="3593577" cy="2366530"/>
          </a:xfrm>
        </p:grpSpPr>
        <p:sp>
          <p:nvSpPr>
            <p:cNvPr id="496" name="Google Shape;496;p63"/>
            <p:cNvSpPr/>
            <p:nvPr/>
          </p:nvSpPr>
          <p:spPr>
            <a:xfrm rot="-5400000">
              <a:off x="8098330" y="1864009"/>
              <a:ext cx="747639" cy="327545"/>
            </a:xfrm>
            <a:custGeom>
              <a:rect b="b" l="l" r="r" t="t"/>
              <a:pathLst>
                <a:path extrusionOk="0" h="327545" w="1156648">
                  <a:moveTo>
                    <a:pt x="327546" y="3"/>
                  </a:moveTo>
                  <a:lnTo>
                    <a:pt x="1156648" y="0"/>
                  </a:lnTo>
                  <a:lnTo>
                    <a:pt x="1156648" y="327545"/>
                  </a:lnTo>
                  <a:lnTo>
                    <a:pt x="0" y="327545"/>
                  </a:lnTo>
                  <a:lnTo>
                    <a:pt x="327546" y="3"/>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7" name="Google Shape;497;p63"/>
            <p:cNvSpPr/>
            <p:nvPr/>
          </p:nvSpPr>
          <p:spPr>
            <a:xfrm>
              <a:off x="8635918" y="1494947"/>
              <a:ext cx="3266033" cy="236653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8" name="Google Shape;498;p63"/>
            <p:cNvSpPr/>
            <p:nvPr/>
          </p:nvSpPr>
          <p:spPr>
            <a:xfrm>
              <a:off x="8308374" y="1596032"/>
              <a:ext cx="3029798" cy="57380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499" name="Google Shape;499;p63"/>
          <p:cNvSpPr txBox="1"/>
          <p:nvPr>
            <p:ph idx="1" type="body"/>
          </p:nvPr>
        </p:nvSpPr>
        <p:spPr>
          <a:xfrm>
            <a:off x="890075" y="1633832"/>
            <a:ext cx="2292038" cy="492373"/>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lt1"/>
              </a:buClr>
              <a:buSzPts val="1100"/>
              <a:buFont typeface="Arial"/>
              <a:buNone/>
              <a:defRPr b="1" i="0" sz="11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0" name="Google Shape;500;p63"/>
          <p:cNvSpPr txBox="1"/>
          <p:nvPr>
            <p:ph idx="2" type="body"/>
          </p:nvPr>
        </p:nvSpPr>
        <p:spPr>
          <a:xfrm>
            <a:off x="632699" y="2227061"/>
            <a:ext cx="3098053" cy="1569061"/>
          </a:xfrm>
          <a:prstGeom prst="rect">
            <a:avLst/>
          </a:prstGeom>
          <a:noFill/>
          <a:ln>
            <a:noFill/>
          </a:ln>
        </p:spPr>
        <p:txBody>
          <a:bodyPr anchorCtr="0" anchor="t" bIns="45700" lIns="91425" spcFirstLastPara="1" rIns="91425" wrap="square" tIns="45700">
            <a:normAutofit/>
          </a:bodyPr>
          <a:lstStyle>
            <a:lvl1pPr indent="-279400" lvl="0" marL="457200" algn="l">
              <a:lnSpc>
                <a:spcPct val="90000"/>
              </a:lnSpc>
              <a:spcBef>
                <a:spcPts val="1000"/>
              </a:spcBef>
              <a:spcAft>
                <a:spcPts val="0"/>
              </a:spcAft>
              <a:buClr>
                <a:srgbClr val="3D3C3C"/>
              </a:buClr>
              <a:buSzPts val="800"/>
              <a:buChar char="•"/>
              <a:defRPr sz="800">
                <a:solidFill>
                  <a:srgbClr val="3D3C3C"/>
                </a:solidFill>
              </a:defRPr>
            </a:lvl1pPr>
            <a:lvl2pPr indent="-279400" lvl="1" marL="914400" algn="l">
              <a:lnSpc>
                <a:spcPct val="90000"/>
              </a:lnSpc>
              <a:spcBef>
                <a:spcPts val="500"/>
              </a:spcBef>
              <a:spcAft>
                <a:spcPts val="0"/>
              </a:spcAft>
              <a:buClr>
                <a:srgbClr val="3D3C3C"/>
              </a:buClr>
              <a:buSzPts val="800"/>
              <a:buChar char="o"/>
              <a:defRPr sz="800">
                <a:solidFill>
                  <a:srgbClr val="3D3C3C"/>
                </a:solidFill>
              </a:defRPr>
            </a:lvl2pPr>
            <a:lvl3pPr indent="-279400" lvl="2" marL="1371600" algn="l">
              <a:lnSpc>
                <a:spcPct val="90000"/>
              </a:lnSpc>
              <a:spcBef>
                <a:spcPts val="500"/>
              </a:spcBef>
              <a:spcAft>
                <a:spcPts val="0"/>
              </a:spcAft>
              <a:buClr>
                <a:srgbClr val="3D3C3C"/>
              </a:buClr>
              <a:buSzPts val="800"/>
              <a:buFont typeface="Courier New"/>
              <a:buChar char="o"/>
              <a:defRPr sz="800">
                <a:solidFill>
                  <a:srgbClr val="3D3C3C"/>
                </a:solidFill>
              </a:defRPr>
            </a:lvl3pPr>
            <a:lvl4pPr indent="-279400" lvl="3" marL="1828800" algn="l">
              <a:lnSpc>
                <a:spcPct val="90000"/>
              </a:lnSpc>
              <a:spcBef>
                <a:spcPts val="500"/>
              </a:spcBef>
              <a:spcAft>
                <a:spcPts val="0"/>
              </a:spcAft>
              <a:buClr>
                <a:srgbClr val="3D3C3C"/>
              </a:buClr>
              <a:buSzPts val="800"/>
              <a:buChar char="•"/>
              <a:defRPr sz="800">
                <a:solidFill>
                  <a:srgbClr val="3D3C3C"/>
                </a:solidFill>
              </a:defRPr>
            </a:lvl4pPr>
            <a:lvl5pPr indent="-279400" lvl="4" marL="2286000" algn="l">
              <a:lnSpc>
                <a:spcPct val="90000"/>
              </a:lnSpc>
              <a:spcBef>
                <a:spcPts val="500"/>
              </a:spcBef>
              <a:spcAft>
                <a:spcPts val="0"/>
              </a:spcAft>
              <a:buClr>
                <a:srgbClr val="3D3C3C"/>
              </a:buClr>
              <a:buSzPts val="800"/>
              <a:buChar char="o"/>
              <a:defRPr sz="8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1" name="Google Shape;501;p63"/>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2" name="Google Shape;502;p63"/>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3" name="Google Shape;503;p63"/>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04" name="Google Shape;504;p63"/>
          <p:cNvSpPr txBox="1"/>
          <p:nvPr>
            <p:ph type="title"/>
          </p:nvPr>
        </p:nvSpPr>
        <p:spPr>
          <a:xfrm>
            <a:off x="250145" y="365125"/>
            <a:ext cx="11687855" cy="10382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5" name="Google Shape;505;p63"/>
          <p:cNvSpPr/>
          <p:nvPr>
            <p:ph idx="3" type="pic"/>
          </p:nvPr>
        </p:nvSpPr>
        <p:spPr>
          <a:xfrm>
            <a:off x="331502" y="1633832"/>
            <a:ext cx="492373" cy="492373"/>
          </a:xfrm>
          <a:prstGeom prst="rect">
            <a:avLst/>
          </a:prstGeom>
          <a:noFill/>
          <a:ln>
            <a:noFill/>
          </a:ln>
        </p:spPr>
      </p:sp>
      <p:sp>
        <p:nvSpPr>
          <p:cNvPr id="506" name="Google Shape;506;p63"/>
          <p:cNvSpPr txBox="1"/>
          <p:nvPr>
            <p:ph idx="4" type="body"/>
          </p:nvPr>
        </p:nvSpPr>
        <p:spPr>
          <a:xfrm>
            <a:off x="890075" y="4096645"/>
            <a:ext cx="2292038" cy="492373"/>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lt1"/>
              </a:buClr>
              <a:buSzPts val="1100"/>
              <a:buFont typeface="Arial"/>
              <a:buNone/>
              <a:defRPr b="1" i="0" sz="11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7" name="Google Shape;507;p63"/>
          <p:cNvSpPr txBox="1"/>
          <p:nvPr>
            <p:ph idx="5" type="body"/>
          </p:nvPr>
        </p:nvSpPr>
        <p:spPr>
          <a:xfrm>
            <a:off x="632699" y="4689874"/>
            <a:ext cx="3098053" cy="1569061"/>
          </a:xfrm>
          <a:prstGeom prst="rect">
            <a:avLst/>
          </a:prstGeom>
          <a:noFill/>
          <a:ln>
            <a:noFill/>
          </a:ln>
        </p:spPr>
        <p:txBody>
          <a:bodyPr anchorCtr="0" anchor="t" bIns="45700" lIns="91425" spcFirstLastPara="1" rIns="91425" wrap="square" tIns="45700">
            <a:normAutofit/>
          </a:bodyPr>
          <a:lstStyle>
            <a:lvl1pPr indent="-279400" lvl="0" marL="457200" algn="l">
              <a:lnSpc>
                <a:spcPct val="90000"/>
              </a:lnSpc>
              <a:spcBef>
                <a:spcPts val="1000"/>
              </a:spcBef>
              <a:spcAft>
                <a:spcPts val="0"/>
              </a:spcAft>
              <a:buClr>
                <a:srgbClr val="3D3C3C"/>
              </a:buClr>
              <a:buSzPts val="800"/>
              <a:buChar char="•"/>
              <a:defRPr sz="800">
                <a:solidFill>
                  <a:srgbClr val="3D3C3C"/>
                </a:solidFill>
              </a:defRPr>
            </a:lvl1pPr>
            <a:lvl2pPr indent="-279400" lvl="1" marL="914400" algn="l">
              <a:lnSpc>
                <a:spcPct val="90000"/>
              </a:lnSpc>
              <a:spcBef>
                <a:spcPts val="500"/>
              </a:spcBef>
              <a:spcAft>
                <a:spcPts val="0"/>
              </a:spcAft>
              <a:buClr>
                <a:srgbClr val="3D3C3C"/>
              </a:buClr>
              <a:buSzPts val="800"/>
              <a:buChar char="o"/>
              <a:defRPr sz="800">
                <a:solidFill>
                  <a:srgbClr val="3D3C3C"/>
                </a:solidFill>
              </a:defRPr>
            </a:lvl2pPr>
            <a:lvl3pPr indent="-279400" lvl="2" marL="1371600" algn="l">
              <a:lnSpc>
                <a:spcPct val="90000"/>
              </a:lnSpc>
              <a:spcBef>
                <a:spcPts val="500"/>
              </a:spcBef>
              <a:spcAft>
                <a:spcPts val="0"/>
              </a:spcAft>
              <a:buClr>
                <a:srgbClr val="3D3C3C"/>
              </a:buClr>
              <a:buSzPts val="800"/>
              <a:buFont typeface="Courier New"/>
              <a:buChar char="o"/>
              <a:defRPr sz="800">
                <a:solidFill>
                  <a:srgbClr val="3D3C3C"/>
                </a:solidFill>
              </a:defRPr>
            </a:lvl3pPr>
            <a:lvl4pPr indent="-279400" lvl="3" marL="1828800" algn="l">
              <a:lnSpc>
                <a:spcPct val="90000"/>
              </a:lnSpc>
              <a:spcBef>
                <a:spcPts val="500"/>
              </a:spcBef>
              <a:spcAft>
                <a:spcPts val="0"/>
              </a:spcAft>
              <a:buClr>
                <a:srgbClr val="3D3C3C"/>
              </a:buClr>
              <a:buSzPts val="800"/>
              <a:buChar char="•"/>
              <a:defRPr sz="800">
                <a:solidFill>
                  <a:srgbClr val="3D3C3C"/>
                </a:solidFill>
              </a:defRPr>
            </a:lvl4pPr>
            <a:lvl5pPr indent="-279400" lvl="4" marL="2286000" algn="l">
              <a:lnSpc>
                <a:spcPct val="90000"/>
              </a:lnSpc>
              <a:spcBef>
                <a:spcPts val="500"/>
              </a:spcBef>
              <a:spcAft>
                <a:spcPts val="0"/>
              </a:spcAft>
              <a:buClr>
                <a:srgbClr val="3D3C3C"/>
              </a:buClr>
              <a:buSzPts val="800"/>
              <a:buChar char="o"/>
              <a:defRPr sz="8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8" name="Google Shape;508;p63"/>
          <p:cNvSpPr/>
          <p:nvPr>
            <p:ph idx="6" type="pic"/>
          </p:nvPr>
        </p:nvSpPr>
        <p:spPr>
          <a:xfrm>
            <a:off x="331502" y="4096645"/>
            <a:ext cx="492373" cy="492373"/>
          </a:xfrm>
          <a:prstGeom prst="rect">
            <a:avLst/>
          </a:prstGeom>
          <a:noFill/>
          <a:ln>
            <a:noFill/>
          </a:ln>
        </p:spPr>
      </p:sp>
      <p:sp>
        <p:nvSpPr>
          <p:cNvPr id="509" name="Google Shape;509;p63"/>
          <p:cNvSpPr txBox="1"/>
          <p:nvPr>
            <p:ph idx="7" type="body"/>
          </p:nvPr>
        </p:nvSpPr>
        <p:spPr>
          <a:xfrm>
            <a:off x="4944282" y="1634115"/>
            <a:ext cx="2292038" cy="492373"/>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lt1"/>
              </a:buClr>
              <a:buSzPts val="1100"/>
              <a:buFont typeface="Arial"/>
              <a:buNone/>
              <a:defRPr b="1" i="0" sz="11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0" name="Google Shape;510;p63"/>
          <p:cNvSpPr txBox="1"/>
          <p:nvPr>
            <p:ph idx="8" type="body"/>
          </p:nvPr>
        </p:nvSpPr>
        <p:spPr>
          <a:xfrm>
            <a:off x="4686906" y="2227344"/>
            <a:ext cx="3098053" cy="1569061"/>
          </a:xfrm>
          <a:prstGeom prst="rect">
            <a:avLst/>
          </a:prstGeom>
          <a:noFill/>
          <a:ln>
            <a:noFill/>
          </a:ln>
        </p:spPr>
        <p:txBody>
          <a:bodyPr anchorCtr="0" anchor="t" bIns="45700" lIns="91425" spcFirstLastPara="1" rIns="91425" wrap="square" tIns="45700">
            <a:normAutofit/>
          </a:bodyPr>
          <a:lstStyle>
            <a:lvl1pPr indent="-279400" lvl="0" marL="457200" algn="l">
              <a:lnSpc>
                <a:spcPct val="90000"/>
              </a:lnSpc>
              <a:spcBef>
                <a:spcPts val="1000"/>
              </a:spcBef>
              <a:spcAft>
                <a:spcPts val="0"/>
              </a:spcAft>
              <a:buClr>
                <a:srgbClr val="3D3C3C"/>
              </a:buClr>
              <a:buSzPts val="800"/>
              <a:buChar char="•"/>
              <a:defRPr sz="800">
                <a:solidFill>
                  <a:srgbClr val="3D3C3C"/>
                </a:solidFill>
              </a:defRPr>
            </a:lvl1pPr>
            <a:lvl2pPr indent="-279400" lvl="1" marL="914400" algn="l">
              <a:lnSpc>
                <a:spcPct val="90000"/>
              </a:lnSpc>
              <a:spcBef>
                <a:spcPts val="500"/>
              </a:spcBef>
              <a:spcAft>
                <a:spcPts val="0"/>
              </a:spcAft>
              <a:buClr>
                <a:srgbClr val="3D3C3C"/>
              </a:buClr>
              <a:buSzPts val="800"/>
              <a:buChar char="o"/>
              <a:defRPr sz="800">
                <a:solidFill>
                  <a:srgbClr val="3D3C3C"/>
                </a:solidFill>
              </a:defRPr>
            </a:lvl2pPr>
            <a:lvl3pPr indent="-279400" lvl="2" marL="1371600" algn="l">
              <a:lnSpc>
                <a:spcPct val="90000"/>
              </a:lnSpc>
              <a:spcBef>
                <a:spcPts val="500"/>
              </a:spcBef>
              <a:spcAft>
                <a:spcPts val="0"/>
              </a:spcAft>
              <a:buClr>
                <a:srgbClr val="3D3C3C"/>
              </a:buClr>
              <a:buSzPts val="800"/>
              <a:buFont typeface="Courier New"/>
              <a:buChar char="o"/>
              <a:defRPr sz="800">
                <a:solidFill>
                  <a:srgbClr val="3D3C3C"/>
                </a:solidFill>
              </a:defRPr>
            </a:lvl3pPr>
            <a:lvl4pPr indent="-279400" lvl="3" marL="1828800" algn="l">
              <a:lnSpc>
                <a:spcPct val="90000"/>
              </a:lnSpc>
              <a:spcBef>
                <a:spcPts val="500"/>
              </a:spcBef>
              <a:spcAft>
                <a:spcPts val="0"/>
              </a:spcAft>
              <a:buClr>
                <a:srgbClr val="3D3C3C"/>
              </a:buClr>
              <a:buSzPts val="800"/>
              <a:buChar char="•"/>
              <a:defRPr sz="800">
                <a:solidFill>
                  <a:srgbClr val="3D3C3C"/>
                </a:solidFill>
              </a:defRPr>
            </a:lvl4pPr>
            <a:lvl5pPr indent="-279400" lvl="4" marL="2286000" algn="l">
              <a:lnSpc>
                <a:spcPct val="90000"/>
              </a:lnSpc>
              <a:spcBef>
                <a:spcPts val="500"/>
              </a:spcBef>
              <a:spcAft>
                <a:spcPts val="0"/>
              </a:spcAft>
              <a:buClr>
                <a:srgbClr val="3D3C3C"/>
              </a:buClr>
              <a:buSzPts val="800"/>
              <a:buChar char="o"/>
              <a:defRPr sz="8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1" name="Google Shape;511;p63"/>
          <p:cNvSpPr/>
          <p:nvPr>
            <p:ph idx="9" type="pic"/>
          </p:nvPr>
        </p:nvSpPr>
        <p:spPr>
          <a:xfrm>
            <a:off x="4385709" y="1634115"/>
            <a:ext cx="492373" cy="492373"/>
          </a:xfrm>
          <a:prstGeom prst="rect">
            <a:avLst/>
          </a:prstGeom>
          <a:noFill/>
          <a:ln>
            <a:noFill/>
          </a:ln>
        </p:spPr>
      </p:sp>
      <p:sp>
        <p:nvSpPr>
          <p:cNvPr id="512" name="Google Shape;512;p63"/>
          <p:cNvSpPr txBox="1"/>
          <p:nvPr>
            <p:ph idx="13" type="body"/>
          </p:nvPr>
        </p:nvSpPr>
        <p:spPr>
          <a:xfrm>
            <a:off x="4940960" y="4096645"/>
            <a:ext cx="2292038" cy="492373"/>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lt1"/>
              </a:buClr>
              <a:buSzPts val="1100"/>
              <a:buFont typeface="Arial"/>
              <a:buNone/>
              <a:defRPr b="1" i="0" sz="11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3" name="Google Shape;513;p63"/>
          <p:cNvSpPr txBox="1"/>
          <p:nvPr>
            <p:ph idx="14" type="body"/>
          </p:nvPr>
        </p:nvSpPr>
        <p:spPr>
          <a:xfrm>
            <a:off x="4683584" y="4689874"/>
            <a:ext cx="3098053" cy="1569061"/>
          </a:xfrm>
          <a:prstGeom prst="rect">
            <a:avLst/>
          </a:prstGeom>
          <a:noFill/>
          <a:ln>
            <a:noFill/>
          </a:ln>
        </p:spPr>
        <p:txBody>
          <a:bodyPr anchorCtr="0" anchor="t" bIns="45700" lIns="91425" spcFirstLastPara="1" rIns="91425" wrap="square" tIns="45700">
            <a:normAutofit/>
          </a:bodyPr>
          <a:lstStyle>
            <a:lvl1pPr indent="-279400" lvl="0" marL="457200" algn="l">
              <a:lnSpc>
                <a:spcPct val="90000"/>
              </a:lnSpc>
              <a:spcBef>
                <a:spcPts val="1000"/>
              </a:spcBef>
              <a:spcAft>
                <a:spcPts val="0"/>
              </a:spcAft>
              <a:buClr>
                <a:srgbClr val="3D3C3C"/>
              </a:buClr>
              <a:buSzPts val="800"/>
              <a:buChar char="•"/>
              <a:defRPr sz="800">
                <a:solidFill>
                  <a:srgbClr val="3D3C3C"/>
                </a:solidFill>
              </a:defRPr>
            </a:lvl1pPr>
            <a:lvl2pPr indent="-279400" lvl="1" marL="914400" algn="l">
              <a:lnSpc>
                <a:spcPct val="90000"/>
              </a:lnSpc>
              <a:spcBef>
                <a:spcPts val="500"/>
              </a:spcBef>
              <a:spcAft>
                <a:spcPts val="0"/>
              </a:spcAft>
              <a:buClr>
                <a:srgbClr val="3D3C3C"/>
              </a:buClr>
              <a:buSzPts val="800"/>
              <a:buChar char="o"/>
              <a:defRPr sz="800">
                <a:solidFill>
                  <a:srgbClr val="3D3C3C"/>
                </a:solidFill>
              </a:defRPr>
            </a:lvl2pPr>
            <a:lvl3pPr indent="-279400" lvl="2" marL="1371600" algn="l">
              <a:lnSpc>
                <a:spcPct val="90000"/>
              </a:lnSpc>
              <a:spcBef>
                <a:spcPts val="500"/>
              </a:spcBef>
              <a:spcAft>
                <a:spcPts val="0"/>
              </a:spcAft>
              <a:buClr>
                <a:srgbClr val="3D3C3C"/>
              </a:buClr>
              <a:buSzPts val="800"/>
              <a:buFont typeface="Courier New"/>
              <a:buChar char="o"/>
              <a:defRPr sz="800">
                <a:solidFill>
                  <a:srgbClr val="3D3C3C"/>
                </a:solidFill>
              </a:defRPr>
            </a:lvl3pPr>
            <a:lvl4pPr indent="-279400" lvl="3" marL="1828800" algn="l">
              <a:lnSpc>
                <a:spcPct val="90000"/>
              </a:lnSpc>
              <a:spcBef>
                <a:spcPts val="500"/>
              </a:spcBef>
              <a:spcAft>
                <a:spcPts val="0"/>
              </a:spcAft>
              <a:buClr>
                <a:srgbClr val="3D3C3C"/>
              </a:buClr>
              <a:buSzPts val="800"/>
              <a:buChar char="•"/>
              <a:defRPr sz="800">
                <a:solidFill>
                  <a:srgbClr val="3D3C3C"/>
                </a:solidFill>
              </a:defRPr>
            </a:lvl4pPr>
            <a:lvl5pPr indent="-279400" lvl="4" marL="2286000" algn="l">
              <a:lnSpc>
                <a:spcPct val="90000"/>
              </a:lnSpc>
              <a:spcBef>
                <a:spcPts val="500"/>
              </a:spcBef>
              <a:spcAft>
                <a:spcPts val="0"/>
              </a:spcAft>
              <a:buClr>
                <a:srgbClr val="3D3C3C"/>
              </a:buClr>
              <a:buSzPts val="800"/>
              <a:buChar char="o"/>
              <a:defRPr sz="8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4" name="Google Shape;514;p63"/>
          <p:cNvSpPr/>
          <p:nvPr>
            <p:ph idx="15" type="pic"/>
          </p:nvPr>
        </p:nvSpPr>
        <p:spPr>
          <a:xfrm>
            <a:off x="4382387" y="4096645"/>
            <a:ext cx="492373" cy="492373"/>
          </a:xfrm>
          <a:prstGeom prst="rect">
            <a:avLst/>
          </a:prstGeom>
          <a:noFill/>
          <a:ln>
            <a:noFill/>
          </a:ln>
        </p:spPr>
      </p:sp>
      <p:sp>
        <p:nvSpPr>
          <p:cNvPr id="515" name="Google Shape;515;p63"/>
          <p:cNvSpPr txBox="1"/>
          <p:nvPr>
            <p:ph idx="16" type="body"/>
          </p:nvPr>
        </p:nvSpPr>
        <p:spPr>
          <a:xfrm>
            <a:off x="8994976" y="4096645"/>
            <a:ext cx="2292038" cy="492373"/>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lt1"/>
              </a:buClr>
              <a:buSzPts val="1100"/>
              <a:buFont typeface="Arial"/>
              <a:buNone/>
              <a:defRPr b="1" i="0" sz="11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6" name="Google Shape;516;p63"/>
          <p:cNvSpPr txBox="1"/>
          <p:nvPr>
            <p:ph idx="17" type="body"/>
          </p:nvPr>
        </p:nvSpPr>
        <p:spPr>
          <a:xfrm>
            <a:off x="8737600" y="4689874"/>
            <a:ext cx="3098053" cy="1569061"/>
          </a:xfrm>
          <a:prstGeom prst="rect">
            <a:avLst/>
          </a:prstGeom>
          <a:noFill/>
          <a:ln>
            <a:noFill/>
          </a:ln>
        </p:spPr>
        <p:txBody>
          <a:bodyPr anchorCtr="0" anchor="t" bIns="45700" lIns="91425" spcFirstLastPara="1" rIns="91425" wrap="square" tIns="45700">
            <a:normAutofit/>
          </a:bodyPr>
          <a:lstStyle>
            <a:lvl1pPr indent="-279400" lvl="0" marL="457200" algn="l">
              <a:lnSpc>
                <a:spcPct val="90000"/>
              </a:lnSpc>
              <a:spcBef>
                <a:spcPts val="1000"/>
              </a:spcBef>
              <a:spcAft>
                <a:spcPts val="0"/>
              </a:spcAft>
              <a:buClr>
                <a:srgbClr val="3D3C3C"/>
              </a:buClr>
              <a:buSzPts val="800"/>
              <a:buChar char="•"/>
              <a:defRPr sz="800">
                <a:solidFill>
                  <a:srgbClr val="3D3C3C"/>
                </a:solidFill>
              </a:defRPr>
            </a:lvl1pPr>
            <a:lvl2pPr indent="-279400" lvl="1" marL="914400" algn="l">
              <a:lnSpc>
                <a:spcPct val="90000"/>
              </a:lnSpc>
              <a:spcBef>
                <a:spcPts val="500"/>
              </a:spcBef>
              <a:spcAft>
                <a:spcPts val="0"/>
              </a:spcAft>
              <a:buClr>
                <a:srgbClr val="3D3C3C"/>
              </a:buClr>
              <a:buSzPts val="800"/>
              <a:buChar char="o"/>
              <a:defRPr sz="800">
                <a:solidFill>
                  <a:srgbClr val="3D3C3C"/>
                </a:solidFill>
              </a:defRPr>
            </a:lvl2pPr>
            <a:lvl3pPr indent="-279400" lvl="2" marL="1371600" algn="l">
              <a:lnSpc>
                <a:spcPct val="90000"/>
              </a:lnSpc>
              <a:spcBef>
                <a:spcPts val="500"/>
              </a:spcBef>
              <a:spcAft>
                <a:spcPts val="0"/>
              </a:spcAft>
              <a:buClr>
                <a:srgbClr val="3D3C3C"/>
              </a:buClr>
              <a:buSzPts val="800"/>
              <a:buFont typeface="Courier New"/>
              <a:buChar char="o"/>
              <a:defRPr sz="800">
                <a:solidFill>
                  <a:srgbClr val="3D3C3C"/>
                </a:solidFill>
              </a:defRPr>
            </a:lvl3pPr>
            <a:lvl4pPr indent="-279400" lvl="3" marL="1828800" algn="l">
              <a:lnSpc>
                <a:spcPct val="90000"/>
              </a:lnSpc>
              <a:spcBef>
                <a:spcPts val="500"/>
              </a:spcBef>
              <a:spcAft>
                <a:spcPts val="0"/>
              </a:spcAft>
              <a:buClr>
                <a:srgbClr val="3D3C3C"/>
              </a:buClr>
              <a:buSzPts val="800"/>
              <a:buChar char="•"/>
              <a:defRPr sz="800">
                <a:solidFill>
                  <a:srgbClr val="3D3C3C"/>
                </a:solidFill>
              </a:defRPr>
            </a:lvl4pPr>
            <a:lvl5pPr indent="-279400" lvl="4" marL="2286000" algn="l">
              <a:lnSpc>
                <a:spcPct val="90000"/>
              </a:lnSpc>
              <a:spcBef>
                <a:spcPts val="500"/>
              </a:spcBef>
              <a:spcAft>
                <a:spcPts val="0"/>
              </a:spcAft>
              <a:buClr>
                <a:srgbClr val="3D3C3C"/>
              </a:buClr>
              <a:buSzPts val="800"/>
              <a:buChar char="o"/>
              <a:defRPr sz="8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7" name="Google Shape;517;p63"/>
          <p:cNvSpPr/>
          <p:nvPr>
            <p:ph idx="18" type="pic"/>
          </p:nvPr>
        </p:nvSpPr>
        <p:spPr>
          <a:xfrm>
            <a:off x="8436403" y="4096645"/>
            <a:ext cx="492373" cy="492373"/>
          </a:xfrm>
          <a:prstGeom prst="rect">
            <a:avLst/>
          </a:prstGeom>
          <a:noFill/>
          <a:ln>
            <a:noFill/>
          </a:ln>
        </p:spPr>
      </p:sp>
      <p:sp>
        <p:nvSpPr>
          <p:cNvPr id="518" name="Google Shape;518;p63"/>
          <p:cNvSpPr txBox="1"/>
          <p:nvPr>
            <p:ph idx="19" type="body"/>
          </p:nvPr>
        </p:nvSpPr>
        <p:spPr>
          <a:xfrm>
            <a:off x="8994976" y="1631925"/>
            <a:ext cx="2292038" cy="492373"/>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1000"/>
              </a:spcBef>
              <a:spcAft>
                <a:spcPts val="0"/>
              </a:spcAft>
              <a:buClr>
                <a:schemeClr val="lt1"/>
              </a:buClr>
              <a:buSzPts val="1100"/>
              <a:buFont typeface="Arial"/>
              <a:buNone/>
              <a:defRPr b="1" i="0" sz="11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9" name="Google Shape;519;p63"/>
          <p:cNvSpPr txBox="1"/>
          <p:nvPr>
            <p:ph idx="20" type="body"/>
          </p:nvPr>
        </p:nvSpPr>
        <p:spPr>
          <a:xfrm>
            <a:off x="8737600" y="2225154"/>
            <a:ext cx="3098053" cy="1569061"/>
          </a:xfrm>
          <a:prstGeom prst="rect">
            <a:avLst/>
          </a:prstGeom>
          <a:noFill/>
          <a:ln>
            <a:noFill/>
          </a:ln>
        </p:spPr>
        <p:txBody>
          <a:bodyPr anchorCtr="0" anchor="t" bIns="45700" lIns="91425" spcFirstLastPara="1" rIns="91425" wrap="square" tIns="45700">
            <a:normAutofit/>
          </a:bodyPr>
          <a:lstStyle>
            <a:lvl1pPr indent="-279400" lvl="0" marL="457200" algn="l">
              <a:lnSpc>
                <a:spcPct val="90000"/>
              </a:lnSpc>
              <a:spcBef>
                <a:spcPts val="1000"/>
              </a:spcBef>
              <a:spcAft>
                <a:spcPts val="0"/>
              </a:spcAft>
              <a:buClr>
                <a:srgbClr val="3D3C3C"/>
              </a:buClr>
              <a:buSzPts val="800"/>
              <a:buChar char="•"/>
              <a:defRPr sz="800">
                <a:solidFill>
                  <a:srgbClr val="3D3C3C"/>
                </a:solidFill>
              </a:defRPr>
            </a:lvl1pPr>
            <a:lvl2pPr indent="-279400" lvl="1" marL="914400" algn="l">
              <a:lnSpc>
                <a:spcPct val="90000"/>
              </a:lnSpc>
              <a:spcBef>
                <a:spcPts val="500"/>
              </a:spcBef>
              <a:spcAft>
                <a:spcPts val="0"/>
              </a:spcAft>
              <a:buClr>
                <a:srgbClr val="3D3C3C"/>
              </a:buClr>
              <a:buSzPts val="800"/>
              <a:buChar char="o"/>
              <a:defRPr sz="800">
                <a:solidFill>
                  <a:srgbClr val="3D3C3C"/>
                </a:solidFill>
              </a:defRPr>
            </a:lvl2pPr>
            <a:lvl3pPr indent="-279400" lvl="2" marL="1371600" algn="l">
              <a:lnSpc>
                <a:spcPct val="90000"/>
              </a:lnSpc>
              <a:spcBef>
                <a:spcPts val="500"/>
              </a:spcBef>
              <a:spcAft>
                <a:spcPts val="0"/>
              </a:spcAft>
              <a:buClr>
                <a:srgbClr val="3D3C3C"/>
              </a:buClr>
              <a:buSzPts val="800"/>
              <a:buFont typeface="Courier New"/>
              <a:buChar char="o"/>
              <a:defRPr sz="800">
                <a:solidFill>
                  <a:srgbClr val="3D3C3C"/>
                </a:solidFill>
              </a:defRPr>
            </a:lvl3pPr>
            <a:lvl4pPr indent="-279400" lvl="3" marL="1828800" algn="l">
              <a:lnSpc>
                <a:spcPct val="90000"/>
              </a:lnSpc>
              <a:spcBef>
                <a:spcPts val="500"/>
              </a:spcBef>
              <a:spcAft>
                <a:spcPts val="0"/>
              </a:spcAft>
              <a:buClr>
                <a:srgbClr val="3D3C3C"/>
              </a:buClr>
              <a:buSzPts val="800"/>
              <a:buChar char="•"/>
              <a:defRPr sz="800">
                <a:solidFill>
                  <a:srgbClr val="3D3C3C"/>
                </a:solidFill>
              </a:defRPr>
            </a:lvl4pPr>
            <a:lvl5pPr indent="-279400" lvl="4" marL="2286000" algn="l">
              <a:lnSpc>
                <a:spcPct val="90000"/>
              </a:lnSpc>
              <a:spcBef>
                <a:spcPts val="500"/>
              </a:spcBef>
              <a:spcAft>
                <a:spcPts val="0"/>
              </a:spcAft>
              <a:buClr>
                <a:srgbClr val="3D3C3C"/>
              </a:buClr>
              <a:buSzPts val="800"/>
              <a:buChar char="o"/>
              <a:defRPr sz="800">
                <a:solidFill>
                  <a:srgbClr val="3D3C3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0" name="Google Shape;520;p63"/>
          <p:cNvSpPr/>
          <p:nvPr>
            <p:ph idx="21" type="pic"/>
          </p:nvPr>
        </p:nvSpPr>
        <p:spPr>
          <a:xfrm>
            <a:off x="8436403" y="1631925"/>
            <a:ext cx="492373" cy="492373"/>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21" name="Shape 521"/>
        <p:cNvGrpSpPr/>
        <p:nvPr/>
      </p:nvGrpSpPr>
      <p:grpSpPr>
        <a:xfrm>
          <a:off x="0" y="0"/>
          <a:ext cx="0" cy="0"/>
          <a:chOff x="0" y="0"/>
          <a:chExt cx="0" cy="0"/>
        </a:xfrm>
      </p:grpSpPr>
      <p:sp>
        <p:nvSpPr>
          <p:cNvPr id="522" name="Google Shape;522;p64"/>
          <p:cNvSpPr txBox="1"/>
          <p:nvPr>
            <p:ph type="title"/>
          </p:nvPr>
        </p:nvSpPr>
        <p:spPr>
          <a:xfrm>
            <a:off x="230668" y="3027680"/>
            <a:ext cx="10599892" cy="309131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6400"/>
              <a:buFont typeface="Arial"/>
              <a:buNone/>
              <a:defRPr sz="6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3" name="Google Shape;523;p64"/>
          <p:cNvSpPr txBox="1"/>
          <p:nvPr>
            <p:ph idx="1" type="body"/>
          </p:nvPr>
        </p:nvSpPr>
        <p:spPr>
          <a:xfrm>
            <a:off x="8392162" y="378737"/>
            <a:ext cx="3399432" cy="4388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sz="1400">
                <a:solidFill>
                  <a:schemeClr val="dk1"/>
                </a:solidFil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4" name="Google Shape;524;p64"/>
          <p:cNvSpPr txBox="1"/>
          <p:nvPr>
            <p:ph idx="2" type="body"/>
          </p:nvPr>
        </p:nvSpPr>
        <p:spPr>
          <a:xfrm>
            <a:off x="8392161" y="949808"/>
            <a:ext cx="3399432" cy="4388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sz="1400">
                <a:solidFill>
                  <a:schemeClr val="dk1"/>
                </a:solidFil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5" name="Google Shape;525;p64"/>
          <p:cNvSpPr txBox="1"/>
          <p:nvPr>
            <p:ph idx="3" type="body"/>
          </p:nvPr>
        </p:nvSpPr>
        <p:spPr>
          <a:xfrm>
            <a:off x="232736" y="6260568"/>
            <a:ext cx="3399432" cy="4388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sz="1400">
                <a:solidFill>
                  <a:schemeClr val="dk1"/>
                </a:solidFill>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600"/>
              <a:buNone/>
              <a:defRPr/>
            </a:lvl3pPr>
            <a:lvl4pPr indent="-228600" lvl="3" marL="1828800" algn="l">
              <a:lnSpc>
                <a:spcPct val="90000"/>
              </a:lnSpc>
              <a:spcBef>
                <a:spcPts val="500"/>
              </a:spcBef>
              <a:spcAft>
                <a:spcPts val="0"/>
              </a:spcAft>
              <a:buClr>
                <a:schemeClr val="dk1"/>
              </a:buClr>
              <a:buSzPts val="1400"/>
              <a:buNone/>
              <a:defRPr/>
            </a:lvl4pPr>
            <a:lvl5pPr indent="-228600" lvl="4" marL="2286000" algn="l">
              <a:lnSpc>
                <a:spcPct val="9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Spruce">
  <p:cSld name="Section Header - Spruce">
    <p:spTree>
      <p:nvGrpSpPr>
        <p:cNvPr id="526" name="Shape 526"/>
        <p:cNvGrpSpPr/>
        <p:nvPr/>
      </p:nvGrpSpPr>
      <p:grpSpPr>
        <a:xfrm>
          <a:off x="0" y="0"/>
          <a:ext cx="0" cy="0"/>
          <a:chOff x="0" y="0"/>
          <a:chExt cx="0" cy="0"/>
        </a:xfrm>
      </p:grpSpPr>
      <p:sp>
        <p:nvSpPr>
          <p:cNvPr id="527" name="Google Shape;527;p65"/>
          <p:cNvSpPr txBox="1"/>
          <p:nvPr>
            <p:ph idx="1" type="body"/>
          </p:nvPr>
        </p:nvSpPr>
        <p:spPr>
          <a:xfrm>
            <a:off x="233680" y="6361669"/>
            <a:ext cx="2616994" cy="174086"/>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lt1"/>
              </a:buClr>
              <a:buSzPts val="1200"/>
              <a:buNone/>
              <a:defRPr b="0" i="0" sz="12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Font typeface="Arial"/>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8" name="Google Shape;528;p65"/>
          <p:cNvSpPr txBox="1"/>
          <p:nvPr>
            <p:ph type="title"/>
          </p:nvPr>
        </p:nvSpPr>
        <p:spPr>
          <a:xfrm>
            <a:off x="230668" y="3027681"/>
            <a:ext cx="7755092" cy="300641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7200"/>
              <a:buFont typeface="Arial"/>
              <a:buNone/>
              <a:defRPr sz="7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29" name="Shape 529"/>
        <p:cNvGrpSpPr/>
        <p:nvPr/>
      </p:nvGrpSpPr>
      <p:grpSpPr>
        <a:xfrm>
          <a:off x="0" y="0"/>
          <a:ext cx="0" cy="0"/>
          <a:chOff x="0" y="0"/>
          <a:chExt cx="0" cy="0"/>
        </a:xfrm>
      </p:grpSpPr>
      <p:sp>
        <p:nvSpPr>
          <p:cNvPr id="530" name="Google Shape;530;p66"/>
          <p:cNvSpPr txBox="1"/>
          <p:nvPr>
            <p:ph idx="1" type="body"/>
          </p:nvPr>
        </p:nvSpPr>
        <p:spPr>
          <a:xfrm>
            <a:off x="233680" y="6361669"/>
            <a:ext cx="2616994" cy="174086"/>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1200"/>
              <a:buNone/>
              <a:defRPr b="0" i="0" sz="12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Font typeface="Arial"/>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1" name="Google Shape;531;p66"/>
          <p:cNvSpPr txBox="1"/>
          <p:nvPr>
            <p:ph type="title"/>
          </p:nvPr>
        </p:nvSpPr>
        <p:spPr>
          <a:xfrm>
            <a:off x="230668" y="3027681"/>
            <a:ext cx="7755092" cy="300641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7200"/>
              <a:buFont typeface="Arial"/>
              <a:buNone/>
              <a:defRPr sz="7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ing and title">
  <p:cSld name="Heading and title">
    <p:bg>
      <p:bgPr>
        <a:solidFill>
          <a:schemeClr val="dk1"/>
        </a:solidFill>
      </p:bgPr>
    </p:bg>
    <p:spTree>
      <p:nvGrpSpPr>
        <p:cNvPr id="532" name="Shape 532"/>
        <p:cNvGrpSpPr/>
        <p:nvPr/>
      </p:nvGrpSpPr>
      <p:grpSpPr>
        <a:xfrm>
          <a:off x="0" y="0"/>
          <a:ext cx="0" cy="0"/>
          <a:chOff x="0" y="0"/>
          <a:chExt cx="0" cy="0"/>
        </a:xfrm>
      </p:grpSpPr>
      <p:sp>
        <p:nvSpPr>
          <p:cNvPr id="533" name="Google Shape;533;g323037950c3_1_189"/>
          <p:cNvSpPr txBox="1"/>
          <p:nvPr>
            <p:ph idx="1" type="body"/>
          </p:nvPr>
        </p:nvSpPr>
        <p:spPr>
          <a:xfrm>
            <a:off x="625929" y="431801"/>
            <a:ext cx="3489300" cy="304800"/>
          </a:xfrm>
          <a:prstGeom prst="rect">
            <a:avLst/>
          </a:prstGeom>
          <a:noFill/>
          <a:ln>
            <a:noFill/>
          </a:ln>
        </p:spPr>
        <p:txBody>
          <a:bodyPr anchorCtr="0" anchor="t" bIns="0" lIns="0" spcFirstLastPara="1" rIns="0" wrap="square" tIns="0">
            <a:normAutofit/>
          </a:bodyPr>
          <a:lstStyle>
            <a:lvl1pPr indent="-228600" lvl="0" marL="457200" marR="0" algn="l">
              <a:lnSpc>
                <a:spcPct val="95000"/>
              </a:lnSpc>
              <a:spcBef>
                <a:spcPts val="0"/>
              </a:spcBef>
              <a:spcAft>
                <a:spcPts val="0"/>
              </a:spcAft>
              <a:buClr>
                <a:schemeClr val="lt2"/>
              </a:buClr>
              <a:buSzPts val="1170"/>
              <a:buFont typeface="Arial"/>
              <a:buNone/>
              <a:defRPr b="0" i="0" sz="1300" u="none" cap="none" strike="noStrike">
                <a:solidFill>
                  <a:schemeClr val="lt1"/>
                </a:solidFill>
                <a:latin typeface="Arial"/>
                <a:ea typeface="Arial"/>
                <a:cs typeface="Arial"/>
                <a:sym typeface="Arial"/>
              </a:defRPr>
            </a:lvl1pPr>
            <a:lvl2pPr indent="-228600" lvl="1" marL="914400" marR="0" algn="l">
              <a:lnSpc>
                <a:spcPct val="95000"/>
              </a:lnSpc>
              <a:spcBef>
                <a:spcPts val="800"/>
              </a:spcBef>
              <a:spcAft>
                <a:spcPts val="0"/>
              </a:spcAft>
              <a:buClr>
                <a:schemeClr val="lt2"/>
              </a:buClr>
              <a:buSzPts val="1867"/>
              <a:buFont typeface="Arial"/>
              <a:buNone/>
              <a:defRPr b="0" i="0" sz="1867" u="none" cap="none" strike="noStrike">
                <a:solidFill>
                  <a:schemeClr val="lt1"/>
                </a:solidFill>
                <a:latin typeface="Arial"/>
                <a:ea typeface="Arial"/>
                <a:cs typeface="Arial"/>
                <a:sym typeface="Arial"/>
              </a:defRPr>
            </a:lvl2pPr>
            <a:lvl3pPr indent="-228600" lvl="2" marL="1371600" marR="0" algn="l">
              <a:lnSpc>
                <a:spcPct val="95000"/>
              </a:lnSpc>
              <a:spcBef>
                <a:spcPts val="833"/>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3pPr>
            <a:lvl4pPr indent="-228600" lvl="3" marL="1828800" marR="0" algn="l">
              <a:lnSpc>
                <a:spcPct val="95000"/>
              </a:lnSpc>
              <a:spcBef>
                <a:spcPts val="833"/>
              </a:spcBef>
              <a:spcAft>
                <a:spcPts val="0"/>
              </a:spcAft>
              <a:buClr>
                <a:schemeClr val="lt1"/>
              </a:buClr>
              <a:buSzPts val="1467"/>
              <a:buFont typeface="Arial"/>
              <a:buNone/>
              <a:defRPr b="0" i="0" sz="1467" u="none" cap="none" strike="noStrike">
                <a:solidFill>
                  <a:schemeClr val="lt1"/>
                </a:solidFill>
                <a:latin typeface="Arial"/>
                <a:ea typeface="Arial"/>
                <a:cs typeface="Arial"/>
                <a:sym typeface="Arial"/>
              </a:defRPr>
            </a:lvl4pPr>
            <a:lvl5pPr indent="-228600" lvl="4" marL="2286000" marR="0" algn="l">
              <a:lnSpc>
                <a:spcPct val="95000"/>
              </a:lnSpc>
              <a:spcBef>
                <a:spcPts val="833"/>
              </a:spcBef>
              <a:spcAft>
                <a:spcPts val="0"/>
              </a:spcAft>
              <a:buClr>
                <a:schemeClr val="lt1"/>
              </a:buClr>
              <a:buSzPts val="1467"/>
              <a:buFont typeface="Arial"/>
              <a:buNone/>
              <a:defRPr b="0" i="0" sz="1467" u="none" cap="none" strike="noStrike">
                <a:solidFill>
                  <a:schemeClr val="lt1"/>
                </a:solidFill>
                <a:latin typeface="Arial"/>
                <a:ea typeface="Arial"/>
                <a:cs typeface="Arial"/>
                <a:sym typeface="Arial"/>
              </a:defRPr>
            </a:lvl5pPr>
            <a:lvl6pPr indent="-304800" lvl="5" marL="2743200" marR="0" algn="l">
              <a:spcBef>
                <a:spcPts val="8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6pPr>
            <a:lvl7pPr indent="-296354" lvl="6" marL="3200400" marR="0" algn="l">
              <a:spcBef>
                <a:spcPts val="800"/>
              </a:spcBef>
              <a:spcAft>
                <a:spcPts val="0"/>
              </a:spcAft>
              <a:buClr>
                <a:schemeClr val="lt1"/>
              </a:buClr>
              <a:buSzPts val="1067"/>
              <a:buFont typeface="Arial"/>
              <a:buChar char="•"/>
              <a:defRPr b="0" i="0" sz="1067" u="none" cap="none" strike="noStrike">
                <a:solidFill>
                  <a:schemeClr val="lt1"/>
                </a:solidFill>
                <a:latin typeface="Arial"/>
                <a:ea typeface="Arial"/>
                <a:cs typeface="Arial"/>
                <a:sym typeface="Arial"/>
              </a:defRPr>
            </a:lvl7pPr>
            <a:lvl8pPr indent="-228600" lvl="7" marL="3657600" marR="0" algn="l">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8pPr>
            <a:lvl9pPr indent="-355600" lvl="8" marL="4114800"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534" name="Google Shape;534;g323037950c3_1_189"/>
          <p:cNvSpPr txBox="1"/>
          <p:nvPr>
            <p:ph idx="2" type="body"/>
          </p:nvPr>
        </p:nvSpPr>
        <p:spPr>
          <a:xfrm>
            <a:off x="625929" y="739630"/>
            <a:ext cx="7460100" cy="48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lt2"/>
              </a:buClr>
              <a:buSzPts val="2880"/>
              <a:buFont typeface="Arial"/>
              <a:buNone/>
              <a:defRPr b="0" i="0" sz="3200" u="none" cap="none" strike="noStrike">
                <a:solidFill>
                  <a:schemeClr val="lt1"/>
                </a:solidFill>
                <a:latin typeface="Arial"/>
                <a:ea typeface="Arial"/>
                <a:cs typeface="Arial"/>
                <a:sym typeface="Arial"/>
              </a:defRPr>
            </a:lvl1pPr>
            <a:lvl2pPr indent="-347154" lvl="1" marL="914400" marR="0" algn="l">
              <a:lnSpc>
                <a:spcPct val="95000"/>
              </a:lnSpc>
              <a:spcBef>
                <a:spcPts val="800"/>
              </a:spcBef>
              <a:spcAft>
                <a:spcPts val="0"/>
              </a:spcAft>
              <a:buClr>
                <a:schemeClr val="lt2"/>
              </a:buClr>
              <a:buSzPts val="1867"/>
              <a:buFont typeface="Arial"/>
              <a:buChar char="•"/>
              <a:defRPr b="0" i="0" sz="1867" u="none" cap="none" strike="noStrike">
                <a:solidFill>
                  <a:schemeClr val="lt1"/>
                </a:solidFill>
                <a:latin typeface="Arial"/>
                <a:ea typeface="Arial"/>
                <a:cs typeface="Arial"/>
                <a:sym typeface="Arial"/>
              </a:defRPr>
            </a:lvl2pPr>
            <a:lvl3pPr indent="-330200" lvl="2" marL="1371600" marR="0" algn="l">
              <a:lnSpc>
                <a:spcPct val="95000"/>
              </a:lnSpc>
              <a:spcBef>
                <a:spcPts val="833"/>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3pPr>
            <a:lvl4pPr indent="-321754" lvl="3" marL="1828800" marR="0" algn="l">
              <a:lnSpc>
                <a:spcPct val="95000"/>
              </a:lnSpc>
              <a:spcBef>
                <a:spcPts val="833"/>
              </a:spcBef>
              <a:spcAft>
                <a:spcPts val="0"/>
              </a:spcAft>
              <a:buClr>
                <a:schemeClr val="lt1"/>
              </a:buClr>
              <a:buSzPts val="1467"/>
              <a:buFont typeface="Arial"/>
              <a:buChar char="•"/>
              <a:defRPr b="0" i="0" sz="1467" u="none" cap="none" strike="noStrike">
                <a:solidFill>
                  <a:schemeClr val="lt1"/>
                </a:solidFill>
                <a:latin typeface="Arial"/>
                <a:ea typeface="Arial"/>
                <a:cs typeface="Arial"/>
                <a:sym typeface="Arial"/>
              </a:defRPr>
            </a:lvl4pPr>
            <a:lvl5pPr indent="-321754" lvl="4" marL="2286000" marR="0" algn="l">
              <a:lnSpc>
                <a:spcPct val="95000"/>
              </a:lnSpc>
              <a:spcBef>
                <a:spcPts val="833"/>
              </a:spcBef>
              <a:spcAft>
                <a:spcPts val="0"/>
              </a:spcAft>
              <a:buClr>
                <a:schemeClr val="lt1"/>
              </a:buClr>
              <a:buSzPts val="1467"/>
              <a:buFont typeface="Arial"/>
              <a:buChar char="•"/>
              <a:defRPr b="0" i="0" sz="1467" u="none" cap="none" strike="noStrike">
                <a:solidFill>
                  <a:schemeClr val="lt1"/>
                </a:solidFill>
                <a:latin typeface="Arial"/>
                <a:ea typeface="Arial"/>
                <a:cs typeface="Arial"/>
                <a:sym typeface="Arial"/>
              </a:defRPr>
            </a:lvl5pPr>
            <a:lvl6pPr indent="-304800" lvl="5" marL="2743200" marR="0" algn="l">
              <a:spcBef>
                <a:spcPts val="8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6pPr>
            <a:lvl7pPr indent="-296354" lvl="6" marL="3200400" marR="0" algn="l">
              <a:spcBef>
                <a:spcPts val="800"/>
              </a:spcBef>
              <a:spcAft>
                <a:spcPts val="0"/>
              </a:spcAft>
              <a:buClr>
                <a:schemeClr val="lt1"/>
              </a:buClr>
              <a:buSzPts val="1067"/>
              <a:buFont typeface="Arial"/>
              <a:buChar char="•"/>
              <a:defRPr b="0" i="0" sz="1067" u="none" cap="none" strike="noStrike">
                <a:solidFill>
                  <a:schemeClr val="lt1"/>
                </a:solidFill>
                <a:latin typeface="Arial"/>
                <a:ea typeface="Arial"/>
                <a:cs typeface="Arial"/>
                <a:sym typeface="Arial"/>
              </a:defRPr>
            </a:lvl7pPr>
            <a:lvl8pPr indent="-228600" lvl="7" marL="3657600" marR="0" algn="l">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8pPr>
            <a:lvl9pPr indent="-355600" lvl="8" marL="4114800"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32" Type="http://schemas.openxmlformats.org/officeDocument/2006/relationships/theme" Target="../theme/theme1.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9.xml"/><Relationship Id="rId22" Type="http://schemas.openxmlformats.org/officeDocument/2006/relationships/slideLayout" Target="../slideLayouts/slideLayout51.xml"/><Relationship Id="rId21" Type="http://schemas.openxmlformats.org/officeDocument/2006/relationships/slideLayout" Target="../slideLayouts/slideLayout50.xml"/><Relationship Id="rId24" Type="http://schemas.openxmlformats.org/officeDocument/2006/relationships/slideLayout" Target="../slideLayouts/slideLayout53.xml"/><Relationship Id="rId23" Type="http://schemas.openxmlformats.org/officeDocument/2006/relationships/slideLayout" Target="../slideLayouts/slideLayout52.xml"/><Relationship Id="rId1" Type="http://schemas.openxmlformats.org/officeDocument/2006/relationships/image" Target="../media/image8.png"/><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9" Type="http://schemas.openxmlformats.org/officeDocument/2006/relationships/slideLayout" Target="../slideLayouts/slideLayout38.xml"/><Relationship Id="rId26" Type="http://schemas.openxmlformats.org/officeDocument/2006/relationships/slideLayout" Target="../slideLayouts/slideLayout55.xml"/><Relationship Id="rId25" Type="http://schemas.openxmlformats.org/officeDocument/2006/relationships/slideLayout" Target="../slideLayouts/slideLayout54.xml"/><Relationship Id="rId28" Type="http://schemas.openxmlformats.org/officeDocument/2006/relationships/slideLayout" Target="../slideLayouts/slideLayout57.xml"/><Relationship Id="rId27" Type="http://schemas.openxmlformats.org/officeDocument/2006/relationships/slideLayout" Target="../slideLayouts/slideLayout56.xml"/><Relationship Id="rId5" Type="http://schemas.openxmlformats.org/officeDocument/2006/relationships/slideLayout" Target="../slideLayouts/slideLayout34.xml"/><Relationship Id="rId6" Type="http://schemas.openxmlformats.org/officeDocument/2006/relationships/slideLayout" Target="../slideLayouts/slideLayout35.xml"/><Relationship Id="rId29" Type="http://schemas.openxmlformats.org/officeDocument/2006/relationships/slideLayout" Target="../slideLayouts/slideLayout58.xml"/><Relationship Id="rId7" Type="http://schemas.openxmlformats.org/officeDocument/2006/relationships/slideLayout" Target="../slideLayouts/slideLayout36.xml"/><Relationship Id="rId8" Type="http://schemas.openxmlformats.org/officeDocument/2006/relationships/slideLayout" Target="../slideLayouts/slideLayout37.xml"/><Relationship Id="rId31" Type="http://schemas.openxmlformats.org/officeDocument/2006/relationships/slideLayout" Target="../slideLayouts/slideLayout60.xml"/><Relationship Id="rId30" Type="http://schemas.openxmlformats.org/officeDocument/2006/relationships/slideLayout" Target="../slideLayouts/slideLayout59.xml"/><Relationship Id="rId11" Type="http://schemas.openxmlformats.org/officeDocument/2006/relationships/slideLayout" Target="../slideLayouts/slideLayout40.xml"/><Relationship Id="rId10" Type="http://schemas.openxmlformats.org/officeDocument/2006/relationships/slideLayout" Target="../slideLayouts/slideLayout39.xml"/><Relationship Id="rId32" Type="http://schemas.openxmlformats.org/officeDocument/2006/relationships/theme" Target="../theme/theme3.xml"/><Relationship Id="rId13" Type="http://schemas.openxmlformats.org/officeDocument/2006/relationships/slideLayout" Target="../slideLayouts/slideLayout42.xml"/><Relationship Id="rId12" Type="http://schemas.openxmlformats.org/officeDocument/2006/relationships/slideLayout" Target="../slideLayouts/slideLayout41.xml"/><Relationship Id="rId15" Type="http://schemas.openxmlformats.org/officeDocument/2006/relationships/slideLayout" Target="../slideLayouts/slideLayout44.xml"/><Relationship Id="rId14" Type="http://schemas.openxmlformats.org/officeDocument/2006/relationships/slideLayout" Target="../slideLayouts/slideLayout43.xml"/><Relationship Id="rId17" Type="http://schemas.openxmlformats.org/officeDocument/2006/relationships/slideLayout" Target="../slideLayouts/slideLayout46.xml"/><Relationship Id="rId16" Type="http://schemas.openxmlformats.org/officeDocument/2006/relationships/slideLayout" Target="../slideLayouts/slideLayout45.xml"/><Relationship Id="rId19" Type="http://schemas.openxmlformats.org/officeDocument/2006/relationships/slideLayout" Target="../slideLayouts/slideLayout48.xml"/><Relationship Id="rId18"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391886" y="2766218"/>
            <a:ext cx="4728754"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descr="Logo&#10;&#10;Description automatically generated" id="11" name="Google Shape;11;p8"/>
          <p:cNvPicPr preferRelativeResize="0"/>
          <p:nvPr/>
        </p:nvPicPr>
        <p:blipFill rotWithShape="1">
          <a:blip r:embed="rId1">
            <a:alphaModFix/>
          </a:blip>
          <a:srcRect b="0" l="0" r="0" t="0"/>
          <a:stretch/>
        </p:blipFill>
        <p:spPr>
          <a:xfrm>
            <a:off x="250145" y="6427726"/>
            <a:ext cx="718054" cy="228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2" name="Shape 232"/>
        <p:cNvGrpSpPr/>
        <p:nvPr/>
      </p:nvGrpSpPr>
      <p:grpSpPr>
        <a:xfrm>
          <a:off x="0" y="0"/>
          <a:ext cx="0" cy="0"/>
          <a:chOff x="0" y="0"/>
          <a:chExt cx="0" cy="0"/>
        </a:xfrm>
      </p:grpSpPr>
      <p:sp>
        <p:nvSpPr>
          <p:cNvPr id="233" name="Google Shape;233;p10"/>
          <p:cNvSpPr txBox="1"/>
          <p:nvPr>
            <p:ph type="title"/>
          </p:nvPr>
        </p:nvSpPr>
        <p:spPr>
          <a:xfrm>
            <a:off x="250145" y="365125"/>
            <a:ext cx="11687855" cy="110807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accent1"/>
              </a:buClr>
              <a:buSzPts val="3200"/>
              <a:buFont typeface="Arial"/>
              <a:buNone/>
              <a:defRPr b="0" i="0" sz="32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4" name="Google Shape;234;p10"/>
          <p:cNvSpPr txBox="1"/>
          <p:nvPr>
            <p:ph idx="1" type="body"/>
          </p:nvPr>
        </p:nvSpPr>
        <p:spPr>
          <a:xfrm>
            <a:off x="250145" y="1693545"/>
            <a:ext cx="11687855" cy="435133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Courier New"/>
              <a:buChar char="o"/>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Courier New"/>
              <a:buChar char="o"/>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35" name="Google Shape;235;p10"/>
          <p:cNvSpPr txBox="1"/>
          <p:nvPr>
            <p:ph idx="10" type="dt"/>
          </p:nvPr>
        </p:nvSpPr>
        <p:spPr>
          <a:xfrm>
            <a:off x="1148080" y="6356350"/>
            <a:ext cx="243332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36" name="Google Shape;236;p10"/>
          <p:cNvSpPr txBox="1"/>
          <p:nvPr>
            <p:ph idx="11" type="ftr"/>
          </p:nvPr>
        </p:nvSpPr>
        <p:spPr>
          <a:xfrm>
            <a:off x="4038600" y="6356350"/>
            <a:ext cx="46990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37" name="Google Shape;237;p10"/>
          <p:cNvSpPr txBox="1"/>
          <p:nvPr>
            <p:ph idx="12" type="sldNum"/>
          </p:nvPr>
        </p:nvSpPr>
        <p:spPr>
          <a:xfrm>
            <a:off x="9194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Logo&#10;&#10;Description automatically generated" id="238" name="Google Shape;238;p10"/>
          <p:cNvPicPr preferRelativeResize="0"/>
          <p:nvPr/>
        </p:nvPicPr>
        <p:blipFill rotWithShape="1">
          <a:blip r:embed="rId1">
            <a:alphaModFix/>
          </a:blip>
          <a:srcRect b="0" l="0" r="0" t="0"/>
          <a:stretch/>
        </p:blipFill>
        <p:spPr>
          <a:xfrm>
            <a:off x="250145" y="6427726"/>
            <a:ext cx="718054" cy="228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 id="2147483708" r:id="rId30"/>
    <p:sldLayoutId id="214748370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32.png"/></Relationships>
</file>

<file path=ppt/slides/_rels/slide4.xml.rels><?xml version="1.0" encoding="UTF-8" standalone="yes"?><Relationships xmlns="http://schemas.openxmlformats.org/package/2006/relationships"><Relationship Id="rId20" Type="http://schemas.openxmlformats.org/officeDocument/2006/relationships/image" Target="../media/image27.png"/><Relationship Id="rId22" Type="http://schemas.openxmlformats.org/officeDocument/2006/relationships/image" Target="../media/image33.png"/><Relationship Id="rId21" Type="http://schemas.openxmlformats.org/officeDocument/2006/relationships/image" Target="../media/image26.png"/><Relationship Id="rId24" Type="http://schemas.openxmlformats.org/officeDocument/2006/relationships/image" Target="../media/image46.png"/><Relationship Id="rId23" Type="http://schemas.openxmlformats.org/officeDocument/2006/relationships/image" Target="../media/image34.png"/><Relationship Id="rId1" Type="http://schemas.openxmlformats.org/officeDocument/2006/relationships/slideLayout" Target="../slideLayouts/slideLayout32.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15.png"/><Relationship Id="rId9" Type="http://schemas.openxmlformats.org/officeDocument/2006/relationships/image" Target="../media/image17.png"/><Relationship Id="rId26" Type="http://schemas.openxmlformats.org/officeDocument/2006/relationships/image" Target="../media/image42.png"/><Relationship Id="rId25" Type="http://schemas.openxmlformats.org/officeDocument/2006/relationships/image" Target="../media/image35.png"/><Relationship Id="rId28" Type="http://schemas.openxmlformats.org/officeDocument/2006/relationships/image" Target="../media/image37.png"/><Relationship Id="rId27" Type="http://schemas.openxmlformats.org/officeDocument/2006/relationships/image" Target="../media/image48.png"/><Relationship Id="rId5" Type="http://schemas.openxmlformats.org/officeDocument/2006/relationships/image" Target="../media/image16.png"/><Relationship Id="rId6" Type="http://schemas.openxmlformats.org/officeDocument/2006/relationships/image" Target="../media/image14.png"/><Relationship Id="rId29" Type="http://schemas.openxmlformats.org/officeDocument/2006/relationships/image" Target="../media/image39.png"/><Relationship Id="rId7" Type="http://schemas.openxmlformats.org/officeDocument/2006/relationships/image" Target="../media/image18.png"/><Relationship Id="rId8" Type="http://schemas.openxmlformats.org/officeDocument/2006/relationships/image" Target="../media/image21.png"/><Relationship Id="rId31" Type="http://schemas.openxmlformats.org/officeDocument/2006/relationships/image" Target="../media/image38.png"/><Relationship Id="rId30" Type="http://schemas.openxmlformats.org/officeDocument/2006/relationships/image" Target="../media/image36.png"/><Relationship Id="rId11" Type="http://schemas.openxmlformats.org/officeDocument/2006/relationships/image" Target="../media/image25.png"/><Relationship Id="rId33" Type="http://schemas.openxmlformats.org/officeDocument/2006/relationships/image" Target="../media/image45.png"/><Relationship Id="rId10" Type="http://schemas.openxmlformats.org/officeDocument/2006/relationships/image" Target="../media/image20.png"/><Relationship Id="rId32" Type="http://schemas.openxmlformats.org/officeDocument/2006/relationships/image" Target="../media/image47.png"/><Relationship Id="rId13" Type="http://schemas.openxmlformats.org/officeDocument/2006/relationships/image" Target="../media/image30.png"/><Relationship Id="rId35" Type="http://schemas.openxmlformats.org/officeDocument/2006/relationships/image" Target="../media/image43.png"/><Relationship Id="rId12" Type="http://schemas.openxmlformats.org/officeDocument/2006/relationships/image" Target="../media/image19.png"/><Relationship Id="rId34" Type="http://schemas.openxmlformats.org/officeDocument/2006/relationships/image" Target="../media/image41.png"/><Relationship Id="rId15" Type="http://schemas.openxmlformats.org/officeDocument/2006/relationships/image" Target="../media/image29.png"/><Relationship Id="rId14" Type="http://schemas.openxmlformats.org/officeDocument/2006/relationships/image" Target="../media/image22.png"/><Relationship Id="rId36" Type="http://schemas.openxmlformats.org/officeDocument/2006/relationships/image" Target="../media/image49.png"/><Relationship Id="rId17" Type="http://schemas.openxmlformats.org/officeDocument/2006/relationships/image" Target="../media/image28.png"/><Relationship Id="rId16" Type="http://schemas.openxmlformats.org/officeDocument/2006/relationships/image" Target="../media/image31.png"/><Relationship Id="rId19" Type="http://schemas.openxmlformats.org/officeDocument/2006/relationships/image" Target="../media/image24.png"/><Relationship Id="rId18"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 Id="rId3" Type="http://schemas.openxmlformats.org/officeDocument/2006/relationships/comments" Target="../comments/comment2.xml"/><Relationship Id="rId4" Type="http://schemas.openxmlformats.org/officeDocument/2006/relationships/image" Target="../media/image5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 Id="rId3" Type="http://schemas.openxmlformats.org/officeDocument/2006/relationships/comments" Target="../comments/comment3.xml"/><Relationship Id="rId4" Type="http://schemas.openxmlformats.org/officeDocument/2006/relationships/image" Target="../media/image5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image" Target="../media/image53.png"/><Relationship Id="rId4" Type="http://schemas.openxmlformats.org/officeDocument/2006/relationships/image" Target="../media/image5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1.xml"/><Relationship Id="rId3"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
          <p:cNvSpPr txBox="1"/>
          <p:nvPr>
            <p:ph idx="2" type="body"/>
          </p:nvPr>
        </p:nvSpPr>
        <p:spPr>
          <a:xfrm>
            <a:off x="1941525" y="1261700"/>
            <a:ext cx="8441400" cy="4596300"/>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1200"/>
              </a:spcBef>
              <a:spcAft>
                <a:spcPts val="0"/>
              </a:spcAft>
              <a:buClr>
                <a:schemeClr val="dk1"/>
              </a:buClr>
              <a:buSzPts val="2200"/>
              <a:buAutoNum type="arabicParenR"/>
            </a:pPr>
            <a:r>
              <a:rPr lang="en-US" sz="2200"/>
              <a:t>Give a small scenario</a:t>
            </a:r>
            <a:endParaRPr sz="2200"/>
          </a:p>
          <a:p>
            <a:pPr indent="-368300" lvl="0" marL="457200" rtl="0" algn="l">
              <a:lnSpc>
                <a:spcPct val="115000"/>
              </a:lnSpc>
              <a:spcBef>
                <a:spcPts val="0"/>
              </a:spcBef>
              <a:spcAft>
                <a:spcPts val="0"/>
              </a:spcAft>
              <a:buClr>
                <a:schemeClr val="dk1"/>
              </a:buClr>
              <a:buSzPts val="2200"/>
              <a:buAutoNum type="arabicParenR"/>
            </a:pPr>
            <a:r>
              <a:rPr lang="en-US" sz="2200"/>
              <a:t>What is AppDynamics</a:t>
            </a:r>
            <a:endParaRPr sz="2200"/>
          </a:p>
          <a:p>
            <a:pPr indent="-368300" lvl="1" marL="914400" rtl="0" algn="l">
              <a:lnSpc>
                <a:spcPct val="115000"/>
              </a:lnSpc>
              <a:spcBef>
                <a:spcPts val="0"/>
              </a:spcBef>
              <a:spcAft>
                <a:spcPts val="0"/>
              </a:spcAft>
              <a:buSzPts val="2200"/>
              <a:buFont typeface="Arial"/>
              <a:buAutoNum type="alphaLcParenR"/>
            </a:pPr>
            <a:r>
              <a:rPr lang="en-US" sz="2200"/>
              <a:t>Features and functions</a:t>
            </a:r>
            <a:endParaRPr sz="2200"/>
          </a:p>
          <a:p>
            <a:pPr indent="-368300" lvl="0" marL="457200" rtl="0" algn="l">
              <a:lnSpc>
                <a:spcPct val="115000"/>
              </a:lnSpc>
              <a:spcBef>
                <a:spcPts val="0"/>
              </a:spcBef>
              <a:spcAft>
                <a:spcPts val="0"/>
              </a:spcAft>
              <a:buClr>
                <a:schemeClr val="dk1"/>
              </a:buClr>
              <a:buSzPts val="2200"/>
              <a:buAutoNum type="arabicParenR"/>
            </a:pPr>
            <a:r>
              <a:rPr lang="en-US" sz="2200"/>
              <a:t>AppDynamics at Pratt &amp; Whitney</a:t>
            </a:r>
            <a:endParaRPr sz="2200"/>
          </a:p>
          <a:p>
            <a:pPr indent="-368300" lvl="0" marL="457200" rtl="0" algn="l">
              <a:lnSpc>
                <a:spcPct val="115000"/>
              </a:lnSpc>
              <a:spcBef>
                <a:spcPts val="0"/>
              </a:spcBef>
              <a:spcAft>
                <a:spcPts val="0"/>
              </a:spcAft>
              <a:buClr>
                <a:schemeClr val="dk1"/>
              </a:buClr>
              <a:buSzPts val="2200"/>
              <a:buAutoNum type="arabicParenR"/>
            </a:pPr>
            <a:r>
              <a:rPr lang="en-US" sz="2200"/>
              <a:t>AppD Model</a:t>
            </a:r>
            <a:endParaRPr sz="2200"/>
          </a:p>
          <a:p>
            <a:pPr indent="-368300" lvl="1" marL="914400" rtl="0" algn="l">
              <a:lnSpc>
                <a:spcPct val="115000"/>
              </a:lnSpc>
              <a:spcBef>
                <a:spcPts val="0"/>
              </a:spcBef>
              <a:spcAft>
                <a:spcPts val="0"/>
              </a:spcAft>
              <a:buSzPts val="2200"/>
              <a:buFont typeface="Arial"/>
              <a:buAutoNum type="alphaLcParenR"/>
            </a:pPr>
            <a:r>
              <a:rPr lang="en-US" sz="2200"/>
              <a:t>Licenses and monitoring</a:t>
            </a:r>
            <a:endParaRPr sz="2200"/>
          </a:p>
          <a:p>
            <a:pPr indent="-368300" lvl="1" marL="914400" rtl="0" algn="l">
              <a:lnSpc>
                <a:spcPct val="115000"/>
              </a:lnSpc>
              <a:spcBef>
                <a:spcPts val="0"/>
              </a:spcBef>
              <a:spcAft>
                <a:spcPts val="0"/>
              </a:spcAft>
              <a:buSzPts val="2200"/>
              <a:buFont typeface="Arial"/>
              <a:buAutoNum type="alphaLcParenR"/>
            </a:pPr>
            <a:r>
              <a:rPr lang="en-US" sz="2200"/>
              <a:t>Dashboard</a:t>
            </a:r>
            <a:endParaRPr sz="2200"/>
          </a:p>
          <a:p>
            <a:pPr indent="-368300" lvl="0" marL="457200" rtl="0" algn="l">
              <a:lnSpc>
                <a:spcPct val="115000"/>
              </a:lnSpc>
              <a:spcBef>
                <a:spcPts val="0"/>
              </a:spcBef>
              <a:spcAft>
                <a:spcPts val="0"/>
              </a:spcAft>
              <a:buClr>
                <a:schemeClr val="dk1"/>
              </a:buClr>
              <a:buSzPts val="2200"/>
              <a:buAutoNum type="arabicParenR"/>
            </a:pPr>
            <a:r>
              <a:rPr lang="en-US" sz="2200"/>
              <a:t>Process Based Approach</a:t>
            </a:r>
            <a:endParaRPr sz="2200"/>
          </a:p>
          <a:p>
            <a:pPr indent="-368300" lvl="0" marL="457200" rtl="0" algn="l">
              <a:lnSpc>
                <a:spcPct val="115000"/>
              </a:lnSpc>
              <a:spcBef>
                <a:spcPts val="0"/>
              </a:spcBef>
              <a:spcAft>
                <a:spcPts val="0"/>
              </a:spcAft>
              <a:buClr>
                <a:schemeClr val="dk1"/>
              </a:buClr>
              <a:buSzPts val="2200"/>
              <a:buAutoNum type="arabicParenR"/>
            </a:pPr>
            <a:r>
              <a:rPr lang="en-US" sz="2200"/>
              <a:t>Next Steps</a:t>
            </a:r>
            <a:endParaRPr sz="2200"/>
          </a:p>
          <a:p>
            <a:pPr indent="0" lvl="0" marL="0" rtl="0" algn="l">
              <a:lnSpc>
                <a:spcPct val="115000"/>
              </a:lnSpc>
              <a:spcBef>
                <a:spcPts val="1200"/>
              </a:spcBef>
              <a:spcAft>
                <a:spcPts val="0"/>
              </a:spcAft>
              <a:buSzPts val="2400"/>
              <a:buNone/>
            </a:pPr>
            <a:r>
              <a:t/>
            </a:r>
            <a:endParaRPr sz="2200"/>
          </a:p>
        </p:txBody>
      </p:sp>
      <p:sp>
        <p:nvSpPr>
          <p:cNvPr id="541" name="Google Shape;541;p2"/>
          <p:cNvSpPr txBox="1"/>
          <p:nvPr>
            <p:ph type="title"/>
          </p:nvPr>
        </p:nvSpPr>
        <p:spPr>
          <a:xfrm>
            <a:off x="217449" y="365125"/>
            <a:ext cx="5634711" cy="498475"/>
          </a:xfrm>
          <a:prstGeom prst="rect">
            <a:avLst/>
          </a:prstGeom>
          <a:solidFill>
            <a:schemeClr val="accent1"/>
          </a:solid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Arial"/>
              <a:buNone/>
            </a:pPr>
            <a:r>
              <a:rPr lang="en-US">
                <a:solidFill>
                  <a:schemeClr val="lt1"/>
                </a:solidFill>
              </a:rPr>
              <a:t>Agenda</a:t>
            </a:r>
            <a:endParaRPr>
              <a:solidFill>
                <a:schemeClr val="lt1"/>
              </a:solidFill>
            </a:endParaRPr>
          </a:p>
        </p:txBody>
      </p:sp>
    </p:spTree>
  </p:cSld>
  <p:clrMapOvr>
    <a:masterClrMapping/>
  </p:clrMapOvr>
  <mc:AlternateContent>
    <mc:Choice Requires="p14">
      <p:transition spd="slow" p14:dur="2400">
        <p:fade thruBlk="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1"/>
          <p:cNvSpPr txBox="1"/>
          <p:nvPr>
            <p:ph type="title"/>
          </p:nvPr>
        </p:nvSpPr>
        <p:spPr>
          <a:xfrm>
            <a:off x="2013400" y="2564625"/>
            <a:ext cx="8770500" cy="22611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accent1"/>
              </a:buClr>
              <a:buSzPts val="6000"/>
              <a:buFont typeface="Arial"/>
              <a:buNone/>
            </a:pPr>
            <a:r>
              <a:rPr b="1" lang="en-US" sz="6100">
                <a:solidFill>
                  <a:srgbClr val="2D2D2D"/>
                </a:solidFill>
              </a:rPr>
              <a:t>AppDynamics </a:t>
            </a:r>
            <a:r>
              <a:rPr lang="en-US" sz="6100">
                <a:solidFill>
                  <a:srgbClr val="2D2D2D"/>
                </a:solidFill>
              </a:rPr>
              <a:t>at</a:t>
            </a:r>
            <a:r>
              <a:rPr b="1" lang="en-US" sz="6100">
                <a:solidFill>
                  <a:srgbClr val="2D2D2D"/>
                </a:solidFill>
              </a:rPr>
              <a:t> </a:t>
            </a:r>
            <a:endParaRPr b="1" sz="6100">
              <a:solidFill>
                <a:srgbClr val="2D2D2D"/>
              </a:solidFill>
            </a:endParaRPr>
          </a:p>
          <a:p>
            <a:pPr indent="0" lvl="0" marL="0" rtl="0" algn="l">
              <a:lnSpc>
                <a:spcPct val="90000"/>
              </a:lnSpc>
              <a:spcBef>
                <a:spcPts val="0"/>
              </a:spcBef>
              <a:spcAft>
                <a:spcPts val="0"/>
              </a:spcAft>
              <a:buClr>
                <a:schemeClr val="accent1"/>
              </a:buClr>
              <a:buSzPts val="6000"/>
              <a:buFont typeface="Arial"/>
              <a:buNone/>
            </a:pPr>
            <a:r>
              <a:rPr lang="en-US" sz="6100">
                <a:solidFill>
                  <a:srgbClr val="2D2D2D"/>
                </a:solidFill>
              </a:rPr>
              <a:t>Pratt and Witney</a:t>
            </a:r>
            <a:r>
              <a:rPr lang="en-US" sz="6000">
                <a:solidFill>
                  <a:srgbClr val="2D2D2D"/>
                </a:solidFill>
              </a:rPr>
              <a:t> </a:t>
            </a:r>
            <a:br>
              <a:rPr lang="en-US" sz="6000"/>
            </a:br>
            <a:endParaRPr sz="5700"/>
          </a:p>
        </p:txBody>
      </p:sp>
      <p:sp>
        <p:nvSpPr>
          <p:cNvPr id="548" name="Google Shape;548;p1"/>
          <p:cNvSpPr txBox="1"/>
          <p:nvPr>
            <p:ph idx="3" type="body"/>
          </p:nvPr>
        </p:nvSpPr>
        <p:spPr>
          <a:xfrm>
            <a:off x="232736" y="6260568"/>
            <a:ext cx="3399432" cy="4388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lang="en-US"/>
              <a:t>January 2025</a:t>
            </a:r>
            <a:endParaRPr/>
          </a:p>
        </p:txBody>
      </p:sp>
      <p:pic>
        <p:nvPicPr>
          <p:cNvPr id="549" name="Google Shape;549;p1"/>
          <p:cNvPicPr preferRelativeResize="0"/>
          <p:nvPr/>
        </p:nvPicPr>
        <p:blipFill rotWithShape="1">
          <a:blip r:embed="rId3">
            <a:alphaModFix/>
          </a:blip>
          <a:srcRect b="0" l="0" r="0" t="0"/>
          <a:stretch/>
        </p:blipFill>
        <p:spPr>
          <a:xfrm>
            <a:off x="9694425" y="223875"/>
            <a:ext cx="2345575" cy="582350"/>
          </a:xfrm>
          <a:prstGeom prst="rect">
            <a:avLst/>
          </a:prstGeom>
          <a:noFill/>
          <a:ln>
            <a:noFill/>
          </a:ln>
        </p:spPr>
      </p:pic>
    </p:spTree>
  </p:cSld>
  <p:clrMapOvr>
    <a:masterClrMapping/>
  </p:clrMapOvr>
  <mc:AlternateContent>
    <mc:Choice Requires="p14">
      <p:transition spd="slow" p14:dur="2400">
        <p:fade thruBlk="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g32268d58d69_0_3955"/>
          <p:cNvSpPr txBox="1"/>
          <p:nvPr>
            <p:ph type="title"/>
          </p:nvPr>
        </p:nvSpPr>
        <p:spPr>
          <a:xfrm>
            <a:off x="217450" y="365125"/>
            <a:ext cx="6344700" cy="498600"/>
          </a:xfrm>
          <a:prstGeom prst="rect">
            <a:avLst/>
          </a:prstGeom>
          <a:solidFill>
            <a:schemeClr val="accent1"/>
          </a:solid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100"/>
              <a:buNone/>
            </a:pPr>
            <a:r>
              <a:rPr lang="en-US" sz="2880">
                <a:solidFill>
                  <a:schemeClr val="lt1"/>
                </a:solidFill>
              </a:rPr>
              <a:t>AppDynamics Features &amp; Benefits</a:t>
            </a:r>
            <a:endParaRPr sz="2880">
              <a:solidFill>
                <a:schemeClr val="lt1"/>
              </a:solidFill>
            </a:endParaRPr>
          </a:p>
          <a:p>
            <a:pPr indent="0" lvl="0" marL="0" rtl="0" algn="l">
              <a:lnSpc>
                <a:spcPct val="90000"/>
              </a:lnSpc>
              <a:spcBef>
                <a:spcPts val="0"/>
              </a:spcBef>
              <a:spcAft>
                <a:spcPts val="0"/>
              </a:spcAft>
              <a:buSzPts val="1100"/>
              <a:buNone/>
            </a:pPr>
            <a:r>
              <a:t/>
            </a:r>
            <a:endParaRPr sz="2880">
              <a:solidFill>
                <a:schemeClr val="lt1"/>
              </a:solidFill>
            </a:endParaRPr>
          </a:p>
          <a:p>
            <a:pPr indent="0" lvl="0" marL="0" rtl="0" algn="l">
              <a:lnSpc>
                <a:spcPct val="90000"/>
              </a:lnSpc>
              <a:spcBef>
                <a:spcPts val="0"/>
              </a:spcBef>
              <a:spcAft>
                <a:spcPts val="0"/>
              </a:spcAft>
              <a:buSzPts val="990"/>
              <a:buNone/>
            </a:pPr>
            <a:r>
              <a:t/>
            </a:r>
            <a:endParaRPr sz="2880">
              <a:solidFill>
                <a:schemeClr val="lt1"/>
              </a:solidFill>
            </a:endParaRPr>
          </a:p>
        </p:txBody>
      </p:sp>
      <p:sp>
        <p:nvSpPr>
          <p:cNvPr id="556" name="Google Shape;556;g32268d58d69_0_3955"/>
          <p:cNvSpPr txBox="1"/>
          <p:nvPr/>
        </p:nvSpPr>
        <p:spPr>
          <a:xfrm>
            <a:off x="489850" y="1016350"/>
            <a:ext cx="7388700" cy="51069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200" u="none" cap="none" strike="noStrike">
                <a:solidFill>
                  <a:schemeClr val="dk1"/>
                </a:solidFill>
                <a:latin typeface="Arial"/>
                <a:ea typeface="Arial"/>
                <a:cs typeface="Arial"/>
                <a:sym typeface="Arial"/>
              </a:rPr>
              <a:t>Data Collection:</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dk1"/>
                </a:solidFill>
                <a:latin typeface="Arial"/>
                <a:ea typeface="Arial"/>
                <a:cs typeface="Arial"/>
                <a:sym typeface="Arial"/>
              </a:rPr>
              <a:t>AppDynamics Agents monitor your entire application ecosystem, collecting real-time performance data. The Controller visualizes this data and sends instructions to the agents.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200" u="none" cap="none" strike="noStrike">
                <a:solidFill>
                  <a:schemeClr val="dk1"/>
                </a:solidFill>
                <a:latin typeface="Arial"/>
                <a:ea typeface="Arial"/>
                <a:cs typeface="Arial"/>
                <a:sym typeface="Arial"/>
              </a:rPr>
              <a:t>Auto-Discovery &amp; Mapping:</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dk1"/>
                </a:solidFill>
                <a:latin typeface="Arial"/>
                <a:ea typeface="Arial"/>
                <a:cs typeface="Arial"/>
                <a:sym typeface="Arial"/>
              </a:rPr>
              <a:t>Automatically discovers traffic flow and creates dynamic topology maps to visualize performance across your application environment.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200" u="none" cap="none" strike="noStrike">
                <a:solidFill>
                  <a:schemeClr val="dk1"/>
                </a:solidFill>
                <a:latin typeface="Arial"/>
                <a:ea typeface="Arial"/>
                <a:cs typeface="Arial"/>
                <a:sym typeface="Arial"/>
              </a:rPr>
              <a:t>Digital Experience Monitoring:</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dk1"/>
                </a:solidFill>
                <a:latin typeface="Arial"/>
                <a:ea typeface="Arial"/>
                <a:cs typeface="Arial"/>
                <a:sym typeface="Arial"/>
              </a:rPr>
              <a:t>Track user experiences with web, mobile, and synthetic monitoring to catch issues early. Monitor key metrics across devices, browsers, APIs, and services.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200" u="none" cap="none" strike="noStrike">
                <a:solidFill>
                  <a:schemeClr val="dk1"/>
                </a:solidFill>
                <a:latin typeface="Arial"/>
                <a:ea typeface="Arial"/>
                <a:cs typeface="Arial"/>
                <a:sym typeface="Arial"/>
              </a:rPr>
              <a:t>Business Transaction Monitoring:</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dk1"/>
                </a:solidFill>
                <a:latin typeface="Arial"/>
                <a:ea typeface="Arial"/>
                <a:cs typeface="Arial"/>
                <a:sym typeface="Arial"/>
              </a:rPr>
              <a:t>Monitors critical user transactions like logins and checkouts, ensuring seamless performance for revenue-driving activities.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200" u="none" cap="none" strike="noStrike">
                <a:solidFill>
                  <a:schemeClr val="dk1"/>
                </a:solidFill>
                <a:latin typeface="Arial"/>
                <a:ea typeface="Arial"/>
                <a:cs typeface="Arial"/>
                <a:sym typeface="Arial"/>
              </a:rPr>
              <a:t>Anomaly Detection:</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dk1"/>
                </a:solidFill>
                <a:latin typeface="Arial"/>
                <a:ea typeface="Arial"/>
                <a:cs typeface="Arial"/>
                <a:sym typeface="Arial"/>
              </a:rPr>
              <a:t>Automatically baseline performance and set alerts to detect and resolve issues before they impact users.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200" u="none" cap="none" strike="noStrike">
                <a:solidFill>
                  <a:schemeClr val="dk1"/>
                </a:solidFill>
                <a:latin typeface="Arial"/>
                <a:ea typeface="Arial"/>
                <a:cs typeface="Arial"/>
                <a:sym typeface="Arial"/>
              </a:rPr>
              <a:t>Root Cause Diagnostics:</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dk1"/>
                </a:solidFill>
                <a:latin typeface="Arial"/>
                <a:ea typeface="Arial"/>
                <a:cs typeface="Arial"/>
                <a:sym typeface="Arial"/>
              </a:rPr>
              <a:t>Reduce mean time to resolution (MTTR) with actionable insights, allowing IT teams to prioritize and fix critical issues quickly.</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200" u="none" cap="none" strike="noStrike">
                <a:solidFill>
                  <a:schemeClr val="dk1"/>
                </a:solidFill>
                <a:latin typeface="Arial"/>
                <a:ea typeface="Arial"/>
                <a:cs typeface="Arial"/>
                <a:sym typeface="Arial"/>
              </a:rPr>
              <a:t>Full-Stack Analytics:</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dk1"/>
                </a:solidFill>
                <a:latin typeface="Arial"/>
                <a:ea typeface="Arial"/>
                <a:cs typeface="Arial"/>
                <a:sym typeface="Arial"/>
              </a:rPr>
              <a:t>Gain insights into key transaction data to drive better decisions and support digital transformation goals.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200" u="none" cap="none" strike="noStrike">
                <a:solidFill>
                  <a:schemeClr val="dk1"/>
                </a:solidFill>
                <a:latin typeface="Arial"/>
                <a:ea typeface="Arial"/>
                <a:cs typeface="Arial"/>
                <a:sym typeface="Arial"/>
              </a:rPr>
              <a:t>Custom Dashboards:</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dk1"/>
                </a:solidFill>
                <a:latin typeface="Arial"/>
                <a:ea typeface="Arial"/>
                <a:cs typeface="Arial"/>
                <a:sym typeface="Arial"/>
              </a:rPr>
              <a:t>Easily create custom dashboards for full-stack visibility, now enhanced with ThousandEyes network intelligence.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557" name="Google Shape;557;g32268d58d69_0_3955"/>
          <p:cNvPicPr preferRelativeResize="0"/>
          <p:nvPr/>
        </p:nvPicPr>
        <p:blipFill rotWithShape="1">
          <a:blip r:embed="rId3">
            <a:alphaModFix/>
          </a:blip>
          <a:srcRect b="0" l="0" r="0" t="0"/>
          <a:stretch/>
        </p:blipFill>
        <p:spPr>
          <a:xfrm>
            <a:off x="8212400" y="1164788"/>
            <a:ext cx="3794475" cy="4810028"/>
          </a:xfrm>
          <a:prstGeom prst="rect">
            <a:avLst/>
          </a:prstGeom>
          <a:noFill/>
          <a:ln>
            <a:noFill/>
          </a:ln>
        </p:spPr>
      </p:pic>
    </p:spTree>
  </p:cSld>
  <p:clrMapOvr>
    <a:masterClrMapping/>
  </p:clrMapOvr>
  <mc:AlternateContent>
    <mc:Choice Requires="p14">
      <p:transition spd="slow" p14:dur="2400">
        <p:fade thruBlk="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2D"/>
        </a:solidFill>
      </p:bgPr>
    </p:bg>
    <p:spTree>
      <p:nvGrpSpPr>
        <p:cNvPr id="562" name="Shape 562"/>
        <p:cNvGrpSpPr/>
        <p:nvPr/>
      </p:nvGrpSpPr>
      <p:grpSpPr>
        <a:xfrm>
          <a:off x="0" y="0"/>
          <a:ext cx="0" cy="0"/>
          <a:chOff x="0" y="0"/>
          <a:chExt cx="0" cy="0"/>
        </a:xfrm>
      </p:grpSpPr>
      <p:cxnSp>
        <p:nvCxnSpPr>
          <p:cNvPr id="563" name="Google Shape;563;g32268d58d69_0_2870"/>
          <p:cNvCxnSpPr>
            <a:endCxn id="564" idx="2"/>
          </p:cNvCxnSpPr>
          <p:nvPr/>
        </p:nvCxnSpPr>
        <p:spPr>
          <a:xfrm flipH="1">
            <a:off x="9448406" y="1174580"/>
            <a:ext cx="6000" cy="4873500"/>
          </a:xfrm>
          <a:prstGeom prst="straightConnector1">
            <a:avLst/>
          </a:prstGeom>
          <a:noFill/>
          <a:ln cap="flat" cmpd="sng" w="9525">
            <a:solidFill>
              <a:schemeClr val="accent1"/>
            </a:solidFill>
            <a:prstDash val="solid"/>
            <a:miter lim="800000"/>
            <a:headEnd len="sm" w="sm" type="none"/>
            <a:tailEnd len="sm" w="sm" type="none"/>
          </a:ln>
        </p:spPr>
      </p:cxnSp>
      <p:sp>
        <p:nvSpPr>
          <p:cNvPr id="565" name="Google Shape;565;g32268d58d69_0_2870"/>
          <p:cNvSpPr/>
          <p:nvPr/>
        </p:nvSpPr>
        <p:spPr>
          <a:xfrm>
            <a:off x="9358470" y="1016801"/>
            <a:ext cx="180000" cy="1800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566" name="Google Shape;566;g32268d58d69_0_2870"/>
          <p:cNvGrpSpPr/>
          <p:nvPr/>
        </p:nvGrpSpPr>
        <p:grpSpPr>
          <a:xfrm>
            <a:off x="8925732" y="1427319"/>
            <a:ext cx="1053380" cy="4620761"/>
            <a:chOff x="2013951" y="1411337"/>
            <a:chExt cx="1053380" cy="4623072"/>
          </a:xfrm>
        </p:grpSpPr>
        <p:cxnSp>
          <p:nvCxnSpPr>
            <p:cNvPr id="567" name="Google Shape;567;g32268d58d69_0_2870"/>
            <p:cNvCxnSpPr/>
            <p:nvPr/>
          </p:nvCxnSpPr>
          <p:spPr>
            <a:xfrm>
              <a:off x="3045642" y="1754960"/>
              <a:ext cx="0" cy="3936000"/>
            </a:xfrm>
            <a:prstGeom prst="straightConnector1">
              <a:avLst/>
            </a:prstGeom>
            <a:noFill/>
            <a:ln cap="rnd" cmpd="sng" w="15875">
              <a:solidFill>
                <a:schemeClr val="lt1"/>
              </a:solidFill>
              <a:prstDash val="dot"/>
              <a:miter lim="800000"/>
              <a:headEnd len="sm" w="sm" type="none"/>
              <a:tailEnd len="sm" w="sm" type="none"/>
            </a:ln>
          </p:spPr>
        </p:cxnSp>
        <p:cxnSp>
          <p:nvCxnSpPr>
            <p:cNvPr id="568" name="Google Shape;568;g32268d58d69_0_2870"/>
            <p:cNvCxnSpPr/>
            <p:nvPr/>
          </p:nvCxnSpPr>
          <p:spPr>
            <a:xfrm>
              <a:off x="2027748" y="1754960"/>
              <a:ext cx="0" cy="3936000"/>
            </a:xfrm>
            <a:prstGeom prst="straightConnector1">
              <a:avLst/>
            </a:prstGeom>
            <a:noFill/>
            <a:ln cap="rnd" cmpd="sng" w="15875">
              <a:solidFill>
                <a:schemeClr val="lt1"/>
              </a:solidFill>
              <a:prstDash val="dot"/>
              <a:miter lim="800000"/>
              <a:headEnd len="sm" w="sm" type="none"/>
              <a:tailEnd len="sm" w="sm" type="none"/>
            </a:ln>
          </p:spPr>
        </p:cxnSp>
        <p:grpSp>
          <p:nvGrpSpPr>
            <p:cNvPr id="569" name="Google Shape;569;g32268d58d69_0_2870"/>
            <p:cNvGrpSpPr/>
            <p:nvPr/>
          </p:nvGrpSpPr>
          <p:grpSpPr>
            <a:xfrm>
              <a:off x="2013951" y="1411337"/>
              <a:ext cx="1053380" cy="4623072"/>
              <a:chOff x="1242940" y="1428824"/>
              <a:chExt cx="1298386" cy="5698351"/>
            </a:xfrm>
          </p:grpSpPr>
          <p:pic>
            <p:nvPicPr>
              <p:cNvPr id="570" name="Google Shape;570;g32268d58d69_0_2870"/>
              <p:cNvPicPr preferRelativeResize="0"/>
              <p:nvPr/>
            </p:nvPicPr>
            <p:blipFill rotWithShape="1">
              <a:blip r:embed="rId4">
                <a:alphaModFix/>
              </a:blip>
              <a:srcRect b="0" l="0" r="0" t="0"/>
              <a:stretch/>
            </p:blipFill>
            <p:spPr>
              <a:xfrm>
                <a:off x="1242943" y="2398458"/>
                <a:ext cx="1288489" cy="846927"/>
              </a:xfrm>
              <a:prstGeom prst="rect">
                <a:avLst/>
              </a:prstGeom>
              <a:noFill/>
              <a:ln>
                <a:noFill/>
              </a:ln>
            </p:spPr>
          </p:pic>
          <p:pic>
            <p:nvPicPr>
              <p:cNvPr id="564" name="Google Shape;564;g32268d58d69_0_2870"/>
              <p:cNvPicPr preferRelativeResize="0"/>
              <p:nvPr/>
            </p:nvPicPr>
            <p:blipFill rotWithShape="1">
              <a:blip r:embed="rId5">
                <a:alphaModFix/>
              </a:blip>
              <a:srcRect b="0" l="0" r="0" t="0"/>
              <a:stretch/>
            </p:blipFill>
            <p:spPr>
              <a:xfrm>
                <a:off x="1242940" y="6280248"/>
                <a:ext cx="1288487" cy="846927"/>
              </a:xfrm>
              <a:prstGeom prst="rect">
                <a:avLst/>
              </a:prstGeom>
              <a:noFill/>
              <a:ln>
                <a:noFill/>
              </a:ln>
            </p:spPr>
          </p:pic>
          <p:pic>
            <p:nvPicPr>
              <p:cNvPr id="571" name="Google Shape;571;g32268d58d69_0_2870"/>
              <p:cNvPicPr preferRelativeResize="0"/>
              <p:nvPr/>
            </p:nvPicPr>
            <p:blipFill rotWithShape="1">
              <a:blip r:embed="rId6">
                <a:alphaModFix/>
              </a:blip>
              <a:srcRect b="0" l="0" r="0" t="0"/>
              <a:stretch/>
            </p:blipFill>
            <p:spPr>
              <a:xfrm>
                <a:off x="1252839" y="5311977"/>
                <a:ext cx="1288487" cy="846927"/>
              </a:xfrm>
              <a:prstGeom prst="rect">
                <a:avLst/>
              </a:prstGeom>
              <a:noFill/>
              <a:ln>
                <a:noFill/>
              </a:ln>
            </p:spPr>
          </p:pic>
          <p:pic>
            <p:nvPicPr>
              <p:cNvPr id="572" name="Google Shape;572;g32268d58d69_0_2870"/>
              <p:cNvPicPr preferRelativeResize="0"/>
              <p:nvPr/>
            </p:nvPicPr>
            <p:blipFill rotWithShape="1">
              <a:blip r:embed="rId7">
                <a:alphaModFix/>
              </a:blip>
              <a:srcRect b="0" l="0" r="0" t="0"/>
              <a:stretch/>
            </p:blipFill>
            <p:spPr>
              <a:xfrm>
                <a:off x="1242941" y="4339353"/>
                <a:ext cx="1288487" cy="846927"/>
              </a:xfrm>
              <a:prstGeom prst="rect">
                <a:avLst/>
              </a:prstGeom>
              <a:noFill/>
              <a:ln>
                <a:noFill/>
              </a:ln>
            </p:spPr>
          </p:pic>
          <p:pic>
            <p:nvPicPr>
              <p:cNvPr id="573" name="Google Shape;573;g32268d58d69_0_2870"/>
              <p:cNvPicPr preferRelativeResize="0"/>
              <p:nvPr/>
            </p:nvPicPr>
            <p:blipFill rotWithShape="1">
              <a:blip r:embed="rId8">
                <a:alphaModFix/>
              </a:blip>
              <a:srcRect b="0" l="0" r="0" t="0"/>
              <a:stretch/>
            </p:blipFill>
            <p:spPr>
              <a:xfrm>
                <a:off x="1242943" y="1428824"/>
                <a:ext cx="1288487" cy="846927"/>
              </a:xfrm>
              <a:prstGeom prst="rect">
                <a:avLst/>
              </a:prstGeom>
              <a:noFill/>
              <a:ln>
                <a:noFill/>
              </a:ln>
            </p:spPr>
          </p:pic>
          <p:pic>
            <p:nvPicPr>
              <p:cNvPr id="574" name="Google Shape;574;g32268d58d69_0_2870"/>
              <p:cNvPicPr preferRelativeResize="0"/>
              <p:nvPr/>
            </p:nvPicPr>
            <p:blipFill rotWithShape="1">
              <a:blip r:embed="rId9">
                <a:alphaModFix/>
              </a:blip>
              <a:srcRect b="0" l="0" r="0" t="0"/>
              <a:stretch/>
            </p:blipFill>
            <p:spPr>
              <a:xfrm>
                <a:off x="1252839" y="3369719"/>
                <a:ext cx="1288487" cy="846927"/>
              </a:xfrm>
              <a:prstGeom prst="rect">
                <a:avLst/>
              </a:prstGeom>
              <a:noFill/>
              <a:ln>
                <a:noFill/>
              </a:ln>
            </p:spPr>
          </p:pic>
        </p:grpSp>
      </p:grpSp>
      <p:sp>
        <p:nvSpPr>
          <p:cNvPr id="575" name="Google Shape;575;g32268d58d69_0_2870"/>
          <p:cNvSpPr txBox="1"/>
          <p:nvPr/>
        </p:nvSpPr>
        <p:spPr>
          <a:xfrm>
            <a:off x="10067440" y="3249874"/>
            <a:ext cx="2521200" cy="286500"/>
          </a:xfrm>
          <a:prstGeom prst="rect">
            <a:avLst/>
          </a:prstGeom>
          <a:noFill/>
          <a:ln>
            <a:noFill/>
          </a:ln>
        </p:spPr>
        <p:txBody>
          <a:bodyPr anchorCtr="0" anchor="ctr" bIns="45700" lIns="91425" spcFirstLastPara="1" rIns="91425" wrap="square" tIns="0">
            <a:noAutofit/>
          </a:bodyPr>
          <a:lstStyle/>
          <a:p>
            <a:pPr indent="0" lvl="0" marL="0" marR="0" rtl="0" algn="l">
              <a:lnSpc>
                <a:spcPct val="100000"/>
              </a:lnSpc>
              <a:spcBef>
                <a:spcPts val="0"/>
              </a:spcBef>
              <a:spcAft>
                <a:spcPts val="0"/>
              </a:spcAft>
              <a:buClr>
                <a:srgbClr val="4E3EB1"/>
              </a:buClr>
              <a:buSzPts val="1440"/>
              <a:buFont typeface="Arial"/>
              <a:buNone/>
            </a:pPr>
            <a:r>
              <a:rPr b="0" i="0" lang="en-US" sz="1200" u="none" cap="none" strike="noStrike">
                <a:solidFill>
                  <a:srgbClr val="FBAB18"/>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p:txBody>
      </p:sp>
      <p:sp>
        <p:nvSpPr>
          <p:cNvPr id="576" name="Google Shape;576;g32268d58d69_0_2870"/>
          <p:cNvSpPr txBox="1"/>
          <p:nvPr/>
        </p:nvSpPr>
        <p:spPr>
          <a:xfrm>
            <a:off x="10067442" y="4093097"/>
            <a:ext cx="2521200" cy="286500"/>
          </a:xfrm>
          <a:prstGeom prst="rect">
            <a:avLst/>
          </a:prstGeom>
          <a:noFill/>
          <a:ln>
            <a:noFill/>
          </a:ln>
        </p:spPr>
        <p:txBody>
          <a:bodyPr anchorCtr="0" anchor="ctr" bIns="45700" lIns="91425" spcFirstLastPara="1" rIns="91425" wrap="square" tIns="0">
            <a:noAutofit/>
          </a:bodyPr>
          <a:lstStyle/>
          <a:p>
            <a:pPr indent="0" lvl="0" marL="0" marR="0" rtl="0" algn="l">
              <a:lnSpc>
                <a:spcPct val="100000"/>
              </a:lnSpc>
              <a:spcBef>
                <a:spcPts val="0"/>
              </a:spcBef>
              <a:spcAft>
                <a:spcPts val="0"/>
              </a:spcAft>
              <a:buClr>
                <a:srgbClr val="4E3EB1"/>
              </a:buClr>
              <a:buSzPts val="1440"/>
              <a:buFont typeface="Arial"/>
              <a:buNone/>
            </a:pPr>
            <a:r>
              <a:rPr b="0" i="0" lang="en-US" sz="1200" u="none" cap="none" strike="noStrike">
                <a:solidFill>
                  <a:srgbClr val="FF5FB2"/>
                </a:solidFill>
                <a:latin typeface="Arial"/>
                <a:ea typeface="Arial"/>
                <a:cs typeface="Arial"/>
                <a:sym typeface="Arial"/>
              </a:rPr>
              <a:t>INFRASTRUCTURE</a:t>
            </a:r>
            <a:endParaRPr b="0" i="0" sz="1400" u="none" cap="none" strike="noStrike">
              <a:solidFill>
                <a:srgbClr val="000000"/>
              </a:solidFill>
              <a:latin typeface="Arial"/>
              <a:ea typeface="Arial"/>
              <a:cs typeface="Arial"/>
              <a:sym typeface="Arial"/>
            </a:endParaRPr>
          </a:p>
        </p:txBody>
      </p:sp>
      <p:sp>
        <p:nvSpPr>
          <p:cNvPr id="577" name="Google Shape;577;g32268d58d69_0_2870"/>
          <p:cNvSpPr txBox="1"/>
          <p:nvPr/>
        </p:nvSpPr>
        <p:spPr>
          <a:xfrm>
            <a:off x="10067442" y="4836562"/>
            <a:ext cx="2521200" cy="286500"/>
          </a:xfrm>
          <a:prstGeom prst="rect">
            <a:avLst/>
          </a:prstGeom>
          <a:noFill/>
          <a:ln>
            <a:noFill/>
          </a:ln>
        </p:spPr>
        <p:txBody>
          <a:bodyPr anchorCtr="0" anchor="ctr" bIns="45700" lIns="91425" spcFirstLastPara="1" rIns="91425" wrap="square" tIns="0">
            <a:noAutofit/>
          </a:bodyPr>
          <a:lstStyle/>
          <a:p>
            <a:pPr indent="0" lvl="0" marL="0" marR="0" rtl="0" algn="l">
              <a:lnSpc>
                <a:spcPct val="100000"/>
              </a:lnSpc>
              <a:spcBef>
                <a:spcPts val="0"/>
              </a:spcBef>
              <a:spcAft>
                <a:spcPts val="0"/>
              </a:spcAft>
              <a:buClr>
                <a:srgbClr val="4E3EB1"/>
              </a:buClr>
              <a:buSzPts val="1440"/>
              <a:buFont typeface="Arial"/>
              <a:buNone/>
            </a:pPr>
            <a:r>
              <a:rPr b="0" i="0" lang="en-US" sz="1200" u="none" cap="none" strike="noStrike">
                <a:solidFill>
                  <a:srgbClr val="6EBE49"/>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p:txBody>
      </p:sp>
      <p:sp>
        <p:nvSpPr>
          <p:cNvPr id="578" name="Google Shape;578;g32268d58d69_0_2870"/>
          <p:cNvSpPr txBox="1"/>
          <p:nvPr/>
        </p:nvSpPr>
        <p:spPr>
          <a:xfrm>
            <a:off x="10067442" y="5655505"/>
            <a:ext cx="2521200" cy="286500"/>
          </a:xfrm>
          <a:prstGeom prst="rect">
            <a:avLst/>
          </a:prstGeom>
          <a:noFill/>
          <a:ln>
            <a:noFill/>
          </a:ln>
        </p:spPr>
        <p:txBody>
          <a:bodyPr anchorCtr="0" anchor="ctr" bIns="45700" lIns="91425" spcFirstLastPara="1" rIns="91425" wrap="square" tIns="0">
            <a:noAutofit/>
          </a:bodyPr>
          <a:lstStyle/>
          <a:p>
            <a:pPr indent="0" lvl="0" marL="0" marR="0" rtl="0" algn="l">
              <a:lnSpc>
                <a:spcPct val="100000"/>
              </a:lnSpc>
              <a:spcBef>
                <a:spcPts val="0"/>
              </a:spcBef>
              <a:spcAft>
                <a:spcPts val="0"/>
              </a:spcAft>
              <a:buClr>
                <a:srgbClr val="4E3EB1"/>
              </a:buClr>
              <a:buSzPts val="1440"/>
              <a:buFont typeface="Arial"/>
              <a:buNone/>
            </a:pPr>
            <a:r>
              <a:rPr b="0" i="0" lang="en-US" sz="1200" u="none" cap="none" strike="noStrike">
                <a:solidFill>
                  <a:srgbClr val="FF0000"/>
                </a:solidFill>
                <a:latin typeface="Arial"/>
                <a:ea typeface="Arial"/>
                <a:cs typeface="Arial"/>
                <a:sym typeface="Arial"/>
              </a:rPr>
              <a:t>SECURITY</a:t>
            </a:r>
            <a:endParaRPr b="0" i="0" sz="1400" u="none" cap="none" strike="noStrike">
              <a:solidFill>
                <a:srgbClr val="000000"/>
              </a:solidFill>
              <a:latin typeface="Arial"/>
              <a:ea typeface="Arial"/>
              <a:cs typeface="Arial"/>
              <a:sym typeface="Arial"/>
            </a:endParaRPr>
          </a:p>
        </p:txBody>
      </p:sp>
      <p:sp>
        <p:nvSpPr>
          <p:cNvPr id="579" name="Google Shape;579;g32268d58d69_0_2870"/>
          <p:cNvSpPr txBox="1"/>
          <p:nvPr/>
        </p:nvSpPr>
        <p:spPr>
          <a:xfrm>
            <a:off x="10067440" y="2454760"/>
            <a:ext cx="2521200" cy="286500"/>
          </a:xfrm>
          <a:prstGeom prst="rect">
            <a:avLst/>
          </a:prstGeom>
          <a:noFill/>
          <a:ln>
            <a:noFill/>
          </a:ln>
        </p:spPr>
        <p:txBody>
          <a:bodyPr anchorCtr="0" anchor="ctr" bIns="45700" lIns="91425" spcFirstLastPara="1" rIns="91425" wrap="square" tIns="0">
            <a:noAutofit/>
          </a:bodyPr>
          <a:lstStyle/>
          <a:p>
            <a:pPr indent="0" lvl="0" marL="0" marR="0" rtl="0" algn="l">
              <a:lnSpc>
                <a:spcPct val="100000"/>
              </a:lnSpc>
              <a:spcBef>
                <a:spcPts val="0"/>
              </a:spcBef>
              <a:spcAft>
                <a:spcPts val="0"/>
              </a:spcAft>
              <a:buClr>
                <a:srgbClr val="4E3EB1"/>
              </a:buClr>
              <a:buSzPts val="1440"/>
              <a:buFont typeface="Arial"/>
              <a:buNone/>
            </a:pPr>
            <a:r>
              <a:rPr b="0" i="0" lang="en-US" sz="1200" u="none" cap="none" strike="noStrike">
                <a:solidFill>
                  <a:srgbClr val="00BCED"/>
                </a:solidFill>
                <a:latin typeface="Arial"/>
                <a:ea typeface="Arial"/>
                <a:cs typeface="Arial"/>
                <a:sym typeface="Arial"/>
              </a:rPr>
              <a:t>USER EXPERIENCE</a:t>
            </a:r>
            <a:endParaRPr b="0" i="0" sz="1400" u="none" cap="none" strike="noStrike">
              <a:solidFill>
                <a:srgbClr val="000000"/>
              </a:solidFill>
              <a:latin typeface="Arial"/>
              <a:ea typeface="Arial"/>
              <a:cs typeface="Arial"/>
              <a:sym typeface="Arial"/>
            </a:endParaRPr>
          </a:p>
        </p:txBody>
      </p:sp>
      <p:sp>
        <p:nvSpPr>
          <p:cNvPr id="580" name="Google Shape;580;g32268d58d69_0_2870"/>
          <p:cNvSpPr txBox="1"/>
          <p:nvPr/>
        </p:nvSpPr>
        <p:spPr>
          <a:xfrm>
            <a:off x="10067440" y="1677925"/>
            <a:ext cx="2521200" cy="286500"/>
          </a:xfrm>
          <a:prstGeom prst="rect">
            <a:avLst/>
          </a:prstGeom>
          <a:noFill/>
          <a:ln>
            <a:noFill/>
          </a:ln>
        </p:spPr>
        <p:txBody>
          <a:bodyPr anchorCtr="0" anchor="ctr" bIns="45700" lIns="91425" spcFirstLastPara="1" rIns="91425" wrap="square" tIns="0">
            <a:noAutofit/>
          </a:bodyPr>
          <a:lstStyle/>
          <a:p>
            <a:pPr indent="0" lvl="0" marL="0" marR="0" rtl="0" algn="l">
              <a:lnSpc>
                <a:spcPct val="100000"/>
              </a:lnSpc>
              <a:spcBef>
                <a:spcPts val="0"/>
              </a:spcBef>
              <a:spcAft>
                <a:spcPts val="0"/>
              </a:spcAft>
              <a:buClr>
                <a:srgbClr val="4E3EB1"/>
              </a:buClr>
              <a:buSzPts val="1440"/>
              <a:buFont typeface="Arial"/>
              <a:buNone/>
            </a:pPr>
            <a:r>
              <a:rPr b="0" i="0" lang="en-US" sz="1200" u="none" cap="none" strike="noStrike">
                <a:solidFill>
                  <a:srgbClr val="4E3EB1"/>
                </a:solidFill>
                <a:latin typeface="Arial"/>
                <a:ea typeface="Arial"/>
                <a:cs typeface="Arial"/>
                <a:sym typeface="Arial"/>
              </a:rPr>
              <a:t>BUSINESS</a:t>
            </a:r>
            <a:endParaRPr b="0" i="0" sz="1400" u="none" cap="none" strike="noStrike">
              <a:solidFill>
                <a:srgbClr val="000000"/>
              </a:solidFill>
              <a:latin typeface="Arial"/>
              <a:ea typeface="Arial"/>
              <a:cs typeface="Arial"/>
              <a:sym typeface="Arial"/>
            </a:endParaRPr>
          </a:p>
        </p:txBody>
      </p:sp>
      <p:grpSp>
        <p:nvGrpSpPr>
          <p:cNvPr id="581" name="Google Shape;581;g32268d58d69_0_2870"/>
          <p:cNvGrpSpPr/>
          <p:nvPr/>
        </p:nvGrpSpPr>
        <p:grpSpPr>
          <a:xfrm>
            <a:off x="536582" y="1608803"/>
            <a:ext cx="7677151" cy="4376647"/>
            <a:chOff x="2145429" y="1608802"/>
            <a:chExt cx="7677151" cy="4376647"/>
          </a:xfrm>
        </p:grpSpPr>
        <p:grpSp>
          <p:nvGrpSpPr>
            <p:cNvPr id="582" name="Google Shape;582;g32268d58d69_0_2870"/>
            <p:cNvGrpSpPr/>
            <p:nvPr/>
          </p:nvGrpSpPr>
          <p:grpSpPr>
            <a:xfrm>
              <a:off x="3983639" y="1780800"/>
              <a:ext cx="3746909" cy="3746909"/>
              <a:chOff x="3018959" y="1387049"/>
              <a:chExt cx="2992500" cy="2992500"/>
            </a:xfrm>
          </p:grpSpPr>
          <p:pic>
            <p:nvPicPr>
              <p:cNvPr id="583" name="Google Shape;583;g32268d58d69_0_2870"/>
              <p:cNvPicPr preferRelativeResize="0"/>
              <p:nvPr/>
            </p:nvPicPr>
            <p:blipFill rotWithShape="1">
              <a:blip r:embed="rId10">
                <a:alphaModFix amt="35000"/>
              </a:blip>
              <a:srcRect b="0" l="0" r="0" t="0"/>
              <a:stretch/>
            </p:blipFill>
            <p:spPr>
              <a:xfrm>
                <a:off x="3027715" y="1394545"/>
                <a:ext cx="2975069" cy="2977592"/>
              </a:xfrm>
              <a:prstGeom prst="rect">
                <a:avLst/>
              </a:prstGeom>
              <a:noFill/>
              <a:ln>
                <a:noFill/>
              </a:ln>
            </p:spPr>
          </p:pic>
          <p:sp>
            <p:nvSpPr>
              <p:cNvPr id="584" name="Google Shape;584;g32268d58d69_0_2870"/>
              <p:cNvSpPr/>
              <p:nvPr/>
            </p:nvSpPr>
            <p:spPr>
              <a:xfrm>
                <a:off x="3018959" y="1387049"/>
                <a:ext cx="2992500" cy="2992500"/>
              </a:xfrm>
              <a:prstGeom prst="ellipse">
                <a:avLst/>
              </a:prstGeom>
              <a:noFill/>
              <a:ln cap="flat" cmpd="sng" w="9525">
                <a:solidFill>
                  <a:srgbClr val="073E5F">
                    <a:alpha val="50588"/>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grpSp>
        <p:grpSp>
          <p:nvGrpSpPr>
            <p:cNvPr id="585" name="Google Shape;585;g32268d58d69_0_2870"/>
            <p:cNvGrpSpPr/>
            <p:nvPr/>
          </p:nvGrpSpPr>
          <p:grpSpPr>
            <a:xfrm>
              <a:off x="3021661" y="1608802"/>
              <a:ext cx="4892202" cy="3299429"/>
              <a:chOff x="2218676" y="1271365"/>
              <a:chExt cx="3907197" cy="2635116"/>
            </a:xfrm>
          </p:grpSpPr>
          <p:grpSp>
            <p:nvGrpSpPr>
              <p:cNvPr id="586" name="Google Shape;586;g32268d58d69_0_2870"/>
              <p:cNvGrpSpPr/>
              <p:nvPr/>
            </p:nvGrpSpPr>
            <p:grpSpPr>
              <a:xfrm>
                <a:off x="3874496" y="1271365"/>
                <a:ext cx="634410" cy="310186"/>
                <a:chOff x="3983678" y="1380547"/>
                <a:chExt cx="634410" cy="310186"/>
              </a:xfrm>
            </p:grpSpPr>
            <p:sp>
              <p:nvSpPr>
                <p:cNvPr id="587" name="Google Shape;587;g32268d58d69_0_2870"/>
                <p:cNvSpPr/>
                <p:nvPr/>
              </p:nvSpPr>
              <p:spPr>
                <a:xfrm>
                  <a:off x="3983678" y="1380547"/>
                  <a:ext cx="626184" cy="310186"/>
                </a:xfrm>
                <a:custGeom>
                  <a:rect b="b" l="l" r="r" t="t"/>
                  <a:pathLst>
                    <a:path extrusionOk="0" h="409487" w="826646">
                      <a:moveTo>
                        <a:pt x="501088" y="0"/>
                      </a:moveTo>
                      <a:cubicBezTo>
                        <a:pt x="602589" y="0"/>
                        <a:pt x="602589" y="0"/>
                        <a:pt x="602589" y="0"/>
                      </a:cubicBezTo>
                      <a:cubicBezTo>
                        <a:pt x="653339" y="0"/>
                        <a:pt x="693214" y="39938"/>
                        <a:pt x="693214" y="87137"/>
                      </a:cubicBezTo>
                      <a:lnTo>
                        <a:pt x="687399" y="116636"/>
                      </a:lnTo>
                      <a:lnTo>
                        <a:pt x="714831" y="122059"/>
                      </a:lnTo>
                      <a:cubicBezTo>
                        <a:pt x="747464" y="135675"/>
                        <a:pt x="769899" y="167670"/>
                        <a:pt x="769899" y="205792"/>
                      </a:cubicBezTo>
                      <a:lnTo>
                        <a:pt x="763447" y="236587"/>
                      </a:lnTo>
                      <a:lnTo>
                        <a:pt x="773111" y="238618"/>
                      </a:lnTo>
                      <a:cubicBezTo>
                        <a:pt x="804212" y="252233"/>
                        <a:pt x="826646" y="284228"/>
                        <a:pt x="826646" y="322350"/>
                      </a:cubicBezTo>
                      <a:cubicBezTo>
                        <a:pt x="826646" y="369550"/>
                        <a:pt x="786764" y="409487"/>
                        <a:pt x="739631" y="409487"/>
                      </a:cubicBezTo>
                      <a:cubicBezTo>
                        <a:pt x="87015" y="409487"/>
                        <a:pt x="87015" y="409487"/>
                        <a:pt x="87015" y="409487"/>
                      </a:cubicBezTo>
                      <a:cubicBezTo>
                        <a:pt x="39882" y="409487"/>
                        <a:pt x="0" y="369550"/>
                        <a:pt x="0" y="322350"/>
                      </a:cubicBezTo>
                      <a:cubicBezTo>
                        <a:pt x="0" y="271521"/>
                        <a:pt x="39882" y="231583"/>
                        <a:pt x="87015" y="231583"/>
                      </a:cubicBezTo>
                      <a:lnTo>
                        <a:pt x="187867" y="231583"/>
                      </a:lnTo>
                      <a:lnTo>
                        <a:pt x="182506" y="205792"/>
                      </a:lnTo>
                      <a:cubicBezTo>
                        <a:pt x="182506" y="154963"/>
                        <a:pt x="222391" y="115025"/>
                        <a:pt x="269527" y="115025"/>
                      </a:cubicBezTo>
                      <a:cubicBezTo>
                        <a:pt x="320743" y="115025"/>
                        <a:pt x="365557" y="115025"/>
                        <a:pt x="404769" y="115025"/>
                      </a:cubicBezTo>
                      <a:lnTo>
                        <a:pt x="419542" y="115025"/>
                      </a:lnTo>
                      <a:lnTo>
                        <a:pt x="414088" y="87137"/>
                      </a:lnTo>
                      <a:cubicBezTo>
                        <a:pt x="414088" y="39938"/>
                        <a:pt x="453963" y="0"/>
                        <a:pt x="501088" y="0"/>
                      </a:cubicBezTo>
                      <a:close/>
                    </a:path>
                  </a:pathLst>
                </a:custGeom>
                <a:solidFill>
                  <a:schemeClr val="accent1"/>
                </a:solidFill>
                <a:ln>
                  <a:noFill/>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sp>
              <p:nvSpPr>
                <p:cNvPr id="588" name="Google Shape;588;g32268d58d69_0_2870"/>
                <p:cNvSpPr txBox="1"/>
                <p:nvPr/>
              </p:nvSpPr>
              <p:spPr>
                <a:xfrm>
                  <a:off x="4159388" y="1485249"/>
                  <a:ext cx="458700" cy="18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33"/>
                    <a:buFont typeface="Arial"/>
                    <a:buNone/>
                  </a:pPr>
                  <a:r>
                    <a:rPr b="1" i="0" lang="en-US" sz="933" u="none" cap="none" strike="noStrike">
                      <a:solidFill>
                        <a:srgbClr val="FFFFFF"/>
                      </a:solidFill>
                      <a:latin typeface="Arial"/>
                      <a:ea typeface="Arial"/>
                      <a:cs typeface="Arial"/>
                      <a:sym typeface="Arial"/>
                    </a:rPr>
                    <a:t>SaaS</a:t>
                  </a:r>
                  <a:endParaRPr b="1" i="0" sz="1200" u="none" cap="none" strike="noStrike">
                    <a:solidFill>
                      <a:srgbClr val="FFFFFF"/>
                    </a:solidFill>
                    <a:latin typeface="Arial"/>
                    <a:ea typeface="Arial"/>
                    <a:cs typeface="Arial"/>
                    <a:sym typeface="Arial"/>
                  </a:endParaRPr>
                </a:p>
              </p:txBody>
            </p:sp>
          </p:grpSp>
          <p:grpSp>
            <p:nvGrpSpPr>
              <p:cNvPr id="589" name="Google Shape;589;g32268d58d69_0_2870"/>
              <p:cNvGrpSpPr/>
              <p:nvPr/>
            </p:nvGrpSpPr>
            <p:grpSpPr>
              <a:xfrm>
                <a:off x="3542925" y="3291785"/>
                <a:ext cx="634420" cy="310186"/>
                <a:chOff x="3983678" y="1380547"/>
                <a:chExt cx="634420" cy="310186"/>
              </a:xfrm>
            </p:grpSpPr>
            <p:sp>
              <p:nvSpPr>
                <p:cNvPr id="590" name="Google Shape;590;g32268d58d69_0_2870"/>
                <p:cNvSpPr/>
                <p:nvPr/>
              </p:nvSpPr>
              <p:spPr>
                <a:xfrm>
                  <a:off x="3983678" y="1380547"/>
                  <a:ext cx="626184" cy="310186"/>
                </a:xfrm>
                <a:custGeom>
                  <a:rect b="b" l="l" r="r" t="t"/>
                  <a:pathLst>
                    <a:path extrusionOk="0" h="409487" w="826646">
                      <a:moveTo>
                        <a:pt x="501088" y="0"/>
                      </a:moveTo>
                      <a:cubicBezTo>
                        <a:pt x="602589" y="0"/>
                        <a:pt x="602589" y="0"/>
                        <a:pt x="602589" y="0"/>
                      </a:cubicBezTo>
                      <a:cubicBezTo>
                        <a:pt x="653339" y="0"/>
                        <a:pt x="693214" y="39938"/>
                        <a:pt x="693214" y="87137"/>
                      </a:cubicBezTo>
                      <a:lnTo>
                        <a:pt x="687399" y="116636"/>
                      </a:lnTo>
                      <a:lnTo>
                        <a:pt x="714831" y="122059"/>
                      </a:lnTo>
                      <a:cubicBezTo>
                        <a:pt x="747464" y="135675"/>
                        <a:pt x="769899" y="167670"/>
                        <a:pt x="769899" y="205792"/>
                      </a:cubicBezTo>
                      <a:lnTo>
                        <a:pt x="763447" y="236587"/>
                      </a:lnTo>
                      <a:lnTo>
                        <a:pt x="773111" y="238618"/>
                      </a:lnTo>
                      <a:cubicBezTo>
                        <a:pt x="804212" y="252233"/>
                        <a:pt x="826646" y="284228"/>
                        <a:pt x="826646" y="322350"/>
                      </a:cubicBezTo>
                      <a:cubicBezTo>
                        <a:pt x="826646" y="369550"/>
                        <a:pt x="786764" y="409487"/>
                        <a:pt x="739631" y="409487"/>
                      </a:cubicBezTo>
                      <a:cubicBezTo>
                        <a:pt x="87015" y="409487"/>
                        <a:pt x="87015" y="409487"/>
                        <a:pt x="87015" y="409487"/>
                      </a:cubicBezTo>
                      <a:cubicBezTo>
                        <a:pt x="39882" y="409487"/>
                        <a:pt x="0" y="369550"/>
                        <a:pt x="0" y="322350"/>
                      </a:cubicBezTo>
                      <a:cubicBezTo>
                        <a:pt x="0" y="271521"/>
                        <a:pt x="39882" y="231583"/>
                        <a:pt x="87015" y="231583"/>
                      </a:cubicBezTo>
                      <a:lnTo>
                        <a:pt x="187867" y="231583"/>
                      </a:lnTo>
                      <a:lnTo>
                        <a:pt x="182506" y="205792"/>
                      </a:lnTo>
                      <a:cubicBezTo>
                        <a:pt x="182506" y="154963"/>
                        <a:pt x="222391" y="115025"/>
                        <a:pt x="269527" y="115025"/>
                      </a:cubicBezTo>
                      <a:cubicBezTo>
                        <a:pt x="320743" y="115025"/>
                        <a:pt x="365557" y="115025"/>
                        <a:pt x="404769" y="115025"/>
                      </a:cubicBezTo>
                      <a:lnTo>
                        <a:pt x="419542" y="115025"/>
                      </a:lnTo>
                      <a:lnTo>
                        <a:pt x="414088" y="87137"/>
                      </a:lnTo>
                      <a:cubicBezTo>
                        <a:pt x="414088" y="39938"/>
                        <a:pt x="453963" y="0"/>
                        <a:pt x="501088" y="0"/>
                      </a:cubicBezTo>
                      <a:close/>
                    </a:path>
                  </a:pathLst>
                </a:custGeom>
                <a:solidFill>
                  <a:schemeClr val="accent1"/>
                </a:solidFill>
                <a:ln>
                  <a:noFill/>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sp>
              <p:nvSpPr>
                <p:cNvPr id="591" name="Google Shape;591;g32268d58d69_0_2870"/>
                <p:cNvSpPr txBox="1"/>
                <p:nvPr/>
              </p:nvSpPr>
              <p:spPr>
                <a:xfrm>
                  <a:off x="4159398" y="1485255"/>
                  <a:ext cx="458700" cy="18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33"/>
                    <a:buFont typeface="Arial"/>
                    <a:buNone/>
                  </a:pPr>
                  <a:r>
                    <a:rPr b="1" i="0" lang="en-US" sz="933" u="none" cap="none" strike="noStrike">
                      <a:solidFill>
                        <a:srgbClr val="FFFFFF"/>
                      </a:solidFill>
                      <a:latin typeface="Arial"/>
                      <a:ea typeface="Arial"/>
                      <a:cs typeface="Arial"/>
                      <a:sym typeface="Arial"/>
                    </a:rPr>
                    <a:t>SaaS</a:t>
                  </a:r>
                  <a:endParaRPr b="1" i="0" sz="1200" u="none" cap="none" strike="noStrike">
                    <a:solidFill>
                      <a:srgbClr val="FFFFFF"/>
                    </a:solidFill>
                    <a:latin typeface="Arial"/>
                    <a:ea typeface="Arial"/>
                    <a:cs typeface="Arial"/>
                    <a:sym typeface="Arial"/>
                  </a:endParaRPr>
                </a:p>
              </p:txBody>
            </p:sp>
          </p:grpSp>
          <p:grpSp>
            <p:nvGrpSpPr>
              <p:cNvPr id="592" name="Google Shape;592;g32268d58d69_0_2870"/>
              <p:cNvGrpSpPr/>
              <p:nvPr/>
            </p:nvGrpSpPr>
            <p:grpSpPr>
              <a:xfrm flipH="1">
                <a:off x="2218676" y="3257550"/>
                <a:ext cx="626184" cy="310186"/>
                <a:chOff x="3481111" y="1380547"/>
                <a:chExt cx="626184" cy="310186"/>
              </a:xfrm>
            </p:grpSpPr>
            <p:sp>
              <p:nvSpPr>
                <p:cNvPr id="593" name="Google Shape;593;g32268d58d69_0_2870"/>
                <p:cNvSpPr/>
                <p:nvPr/>
              </p:nvSpPr>
              <p:spPr>
                <a:xfrm>
                  <a:off x="3481111" y="1380547"/>
                  <a:ext cx="626184" cy="310186"/>
                </a:xfrm>
                <a:custGeom>
                  <a:rect b="b" l="l" r="r" t="t"/>
                  <a:pathLst>
                    <a:path extrusionOk="0" h="409487" w="826646">
                      <a:moveTo>
                        <a:pt x="501088" y="0"/>
                      </a:moveTo>
                      <a:cubicBezTo>
                        <a:pt x="602589" y="0"/>
                        <a:pt x="602589" y="0"/>
                        <a:pt x="602589" y="0"/>
                      </a:cubicBezTo>
                      <a:cubicBezTo>
                        <a:pt x="653339" y="0"/>
                        <a:pt x="693214" y="39938"/>
                        <a:pt x="693214" y="87137"/>
                      </a:cubicBezTo>
                      <a:lnTo>
                        <a:pt x="687399" y="116636"/>
                      </a:lnTo>
                      <a:lnTo>
                        <a:pt x="714831" y="122059"/>
                      </a:lnTo>
                      <a:cubicBezTo>
                        <a:pt x="747464" y="135675"/>
                        <a:pt x="769899" y="167670"/>
                        <a:pt x="769899" y="205792"/>
                      </a:cubicBezTo>
                      <a:lnTo>
                        <a:pt x="763447" y="236587"/>
                      </a:lnTo>
                      <a:lnTo>
                        <a:pt x="773111" y="238618"/>
                      </a:lnTo>
                      <a:cubicBezTo>
                        <a:pt x="804212" y="252233"/>
                        <a:pt x="826646" y="284228"/>
                        <a:pt x="826646" y="322350"/>
                      </a:cubicBezTo>
                      <a:cubicBezTo>
                        <a:pt x="826646" y="369550"/>
                        <a:pt x="786764" y="409487"/>
                        <a:pt x="739631" y="409487"/>
                      </a:cubicBezTo>
                      <a:cubicBezTo>
                        <a:pt x="87015" y="409487"/>
                        <a:pt x="87015" y="409487"/>
                        <a:pt x="87015" y="409487"/>
                      </a:cubicBezTo>
                      <a:cubicBezTo>
                        <a:pt x="39882" y="409487"/>
                        <a:pt x="0" y="369550"/>
                        <a:pt x="0" y="322350"/>
                      </a:cubicBezTo>
                      <a:cubicBezTo>
                        <a:pt x="0" y="271521"/>
                        <a:pt x="39882" y="231583"/>
                        <a:pt x="87015" y="231583"/>
                      </a:cubicBezTo>
                      <a:lnTo>
                        <a:pt x="187867" y="231583"/>
                      </a:lnTo>
                      <a:lnTo>
                        <a:pt x="182506" y="205792"/>
                      </a:lnTo>
                      <a:cubicBezTo>
                        <a:pt x="182506" y="154963"/>
                        <a:pt x="222391" y="115025"/>
                        <a:pt x="269527" y="115025"/>
                      </a:cubicBezTo>
                      <a:cubicBezTo>
                        <a:pt x="320743" y="115025"/>
                        <a:pt x="365557" y="115025"/>
                        <a:pt x="404769" y="115025"/>
                      </a:cubicBezTo>
                      <a:lnTo>
                        <a:pt x="419542" y="115025"/>
                      </a:lnTo>
                      <a:lnTo>
                        <a:pt x="414088" y="87137"/>
                      </a:lnTo>
                      <a:cubicBezTo>
                        <a:pt x="414088" y="39938"/>
                        <a:pt x="453963" y="0"/>
                        <a:pt x="501088" y="0"/>
                      </a:cubicBezTo>
                      <a:close/>
                    </a:path>
                  </a:pathLst>
                </a:custGeom>
                <a:solidFill>
                  <a:schemeClr val="accent1"/>
                </a:solidFill>
                <a:ln>
                  <a:noFill/>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sp>
              <p:nvSpPr>
                <p:cNvPr id="594" name="Google Shape;594;g32268d58d69_0_2870"/>
                <p:cNvSpPr txBox="1"/>
                <p:nvPr/>
              </p:nvSpPr>
              <p:spPr>
                <a:xfrm>
                  <a:off x="3581748" y="1485247"/>
                  <a:ext cx="458700" cy="18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33"/>
                    <a:buFont typeface="Arial"/>
                    <a:buNone/>
                  </a:pPr>
                  <a:r>
                    <a:rPr b="1" i="0" lang="en-US" sz="933" u="none" cap="none" strike="noStrike">
                      <a:solidFill>
                        <a:srgbClr val="FFFFFF"/>
                      </a:solidFill>
                      <a:latin typeface="Arial"/>
                      <a:ea typeface="Arial"/>
                      <a:cs typeface="Arial"/>
                      <a:sym typeface="Arial"/>
                    </a:rPr>
                    <a:t>SaaS</a:t>
                  </a:r>
                  <a:endParaRPr b="1" i="0" sz="1200" u="none" cap="none" strike="noStrike">
                    <a:solidFill>
                      <a:srgbClr val="FFFFFF"/>
                    </a:solidFill>
                    <a:latin typeface="Arial"/>
                    <a:ea typeface="Arial"/>
                    <a:cs typeface="Arial"/>
                    <a:sym typeface="Arial"/>
                  </a:endParaRPr>
                </a:p>
              </p:txBody>
            </p:sp>
          </p:grpSp>
          <p:grpSp>
            <p:nvGrpSpPr>
              <p:cNvPr id="595" name="Google Shape;595;g32268d58d69_0_2870"/>
              <p:cNvGrpSpPr/>
              <p:nvPr/>
            </p:nvGrpSpPr>
            <p:grpSpPr>
              <a:xfrm flipH="1">
                <a:off x="5499689" y="3596295"/>
                <a:ext cx="626184" cy="310186"/>
                <a:chOff x="3983678" y="1380547"/>
                <a:chExt cx="626184" cy="310186"/>
              </a:xfrm>
            </p:grpSpPr>
            <p:sp>
              <p:nvSpPr>
                <p:cNvPr id="596" name="Google Shape;596;g32268d58d69_0_2870"/>
                <p:cNvSpPr/>
                <p:nvPr/>
              </p:nvSpPr>
              <p:spPr>
                <a:xfrm>
                  <a:off x="3983678" y="1380547"/>
                  <a:ext cx="626184" cy="310186"/>
                </a:xfrm>
                <a:custGeom>
                  <a:rect b="b" l="l" r="r" t="t"/>
                  <a:pathLst>
                    <a:path extrusionOk="0" h="409487" w="826646">
                      <a:moveTo>
                        <a:pt x="501088" y="0"/>
                      </a:moveTo>
                      <a:cubicBezTo>
                        <a:pt x="602589" y="0"/>
                        <a:pt x="602589" y="0"/>
                        <a:pt x="602589" y="0"/>
                      </a:cubicBezTo>
                      <a:cubicBezTo>
                        <a:pt x="653339" y="0"/>
                        <a:pt x="693214" y="39938"/>
                        <a:pt x="693214" y="87137"/>
                      </a:cubicBezTo>
                      <a:lnTo>
                        <a:pt x="687399" y="116636"/>
                      </a:lnTo>
                      <a:lnTo>
                        <a:pt x="714831" y="122059"/>
                      </a:lnTo>
                      <a:cubicBezTo>
                        <a:pt x="747464" y="135675"/>
                        <a:pt x="769899" y="167670"/>
                        <a:pt x="769899" y="205792"/>
                      </a:cubicBezTo>
                      <a:lnTo>
                        <a:pt x="763447" y="236587"/>
                      </a:lnTo>
                      <a:lnTo>
                        <a:pt x="773111" y="238618"/>
                      </a:lnTo>
                      <a:cubicBezTo>
                        <a:pt x="804212" y="252233"/>
                        <a:pt x="826646" y="284228"/>
                        <a:pt x="826646" y="322350"/>
                      </a:cubicBezTo>
                      <a:cubicBezTo>
                        <a:pt x="826646" y="369550"/>
                        <a:pt x="786764" y="409487"/>
                        <a:pt x="739631" y="409487"/>
                      </a:cubicBezTo>
                      <a:cubicBezTo>
                        <a:pt x="87015" y="409487"/>
                        <a:pt x="87015" y="409487"/>
                        <a:pt x="87015" y="409487"/>
                      </a:cubicBezTo>
                      <a:cubicBezTo>
                        <a:pt x="39882" y="409487"/>
                        <a:pt x="0" y="369550"/>
                        <a:pt x="0" y="322350"/>
                      </a:cubicBezTo>
                      <a:cubicBezTo>
                        <a:pt x="0" y="271521"/>
                        <a:pt x="39882" y="231583"/>
                        <a:pt x="87015" y="231583"/>
                      </a:cubicBezTo>
                      <a:lnTo>
                        <a:pt x="187867" y="231583"/>
                      </a:lnTo>
                      <a:lnTo>
                        <a:pt x="182506" y="205792"/>
                      </a:lnTo>
                      <a:cubicBezTo>
                        <a:pt x="182506" y="154963"/>
                        <a:pt x="222391" y="115025"/>
                        <a:pt x="269527" y="115025"/>
                      </a:cubicBezTo>
                      <a:cubicBezTo>
                        <a:pt x="320743" y="115025"/>
                        <a:pt x="365557" y="115025"/>
                        <a:pt x="404769" y="115025"/>
                      </a:cubicBezTo>
                      <a:lnTo>
                        <a:pt x="419542" y="115025"/>
                      </a:lnTo>
                      <a:lnTo>
                        <a:pt x="414088" y="87137"/>
                      </a:lnTo>
                      <a:cubicBezTo>
                        <a:pt x="414088" y="39938"/>
                        <a:pt x="453963" y="0"/>
                        <a:pt x="501088" y="0"/>
                      </a:cubicBezTo>
                      <a:close/>
                    </a:path>
                  </a:pathLst>
                </a:custGeom>
                <a:solidFill>
                  <a:schemeClr val="accent1"/>
                </a:solidFill>
                <a:ln>
                  <a:noFill/>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sp>
              <p:nvSpPr>
                <p:cNvPr id="597" name="Google Shape;597;g32268d58d69_0_2870"/>
                <p:cNvSpPr txBox="1"/>
                <p:nvPr/>
              </p:nvSpPr>
              <p:spPr>
                <a:xfrm>
                  <a:off x="4082164" y="1485253"/>
                  <a:ext cx="460800" cy="18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33"/>
                    <a:buFont typeface="Arial"/>
                    <a:buNone/>
                  </a:pPr>
                  <a:r>
                    <a:rPr b="1" i="0" lang="en-US" sz="933" u="none" cap="none" strike="noStrike">
                      <a:solidFill>
                        <a:srgbClr val="FFFFFF"/>
                      </a:solidFill>
                      <a:latin typeface="Arial"/>
                      <a:ea typeface="Arial"/>
                      <a:cs typeface="Arial"/>
                      <a:sym typeface="Arial"/>
                    </a:rPr>
                    <a:t>SaaS</a:t>
                  </a:r>
                  <a:endParaRPr b="1" i="0" sz="1200" u="none" cap="none" strike="noStrike">
                    <a:solidFill>
                      <a:srgbClr val="FFFFFF"/>
                    </a:solidFill>
                    <a:latin typeface="Arial"/>
                    <a:ea typeface="Arial"/>
                    <a:cs typeface="Arial"/>
                    <a:sym typeface="Arial"/>
                  </a:endParaRPr>
                </a:p>
              </p:txBody>
            </p:sp>
          </p:grpSp>
          <p:grpSp>
            <p:nvGrpSpPr>
              <p:cNvPr id="598" name="Google Shape;598;g32268d58d69_0_2870"/>
              <p:cNvGrpSpPr/>
              <p:nvPr/>
            </p:nvGrpSpPr>
            <p:grpSpPr>
              <a:xfrm>
                <a:off x="5276950" y="2083741"/>
                <a:ext cx="634422" cy="310186"/>
                <a:chOff x="3983678" y="1380547"/>
                <a:chExt cx="634422" cy="310186"/>
              </a:xfrm>
            </p:grpSpPr>
            <p:sp>
              <p:nvSpPr>
                <p:cNvPr id="599" name="Google Shape;599;g32268d58d69_0_2870"/>
                <p:cNvSpPr/>
                <p:nvPr/>
              </p:nvSpPr>
              <p:spPr>
                <a:xfrm>
                  <a:off x="3983678" y="1380547"/>
                  <a:ext cx="626184" cy="310186"/>
                </a:xfrm>
                <a:custGeom>
                  <a:rect b="b" l="l" r="r" t="t"/>
                  <a:pathLst>
                    <a:path extrusionOk="0" h="409487" w="826646">
                      <a:moveTo>
                        <a:pt x="501088" y="0"/>
                      </a:moveTo>
                      <a:cubicBezTo>
                        <a:pt x="602589" y="0"/>
                        <a:pt x="602589" y="0"/>
                        <a:pt x="602589" y="0"/>
                      </a:cubicBezTo>
                      <a:cubicBezTo>
                        <a:pt x="653339" y="0"/>
                        <a:pt x="693214" y="39938"/>
                        <a:pt x="693214" y="87137"/>
                      </a:cubicBezTo>
                      <a:lnTo>
                        <a:pt x="687399" y="116636"/>
                      </a:lnTo>
                      <a:lnTo>
                        <a:pt x="714831" y="122059"/>
                      </a:lnTo>
                      <a:cubicBezTo>
                        <a:pt x="747464" y="135675"/>
                        <a:pt x="769899" y="167670"/>
                        <a:pt x="769899" y="205792"/>
                      </a:cubicBezTo>
                      <a:lnTo>
                        <a:pt x="763447" y="236587"/>
                      </a:lnTo>
                      <a:lnTo>
                        <a:pt x="773111" y="238618"/>
                      </a:lnTo>
                      <a:cubicBezTo>
                        <a:pt x="804212" y="252233"/>
                        <a:pt x="826646" y="284228"/>
                        <a:pt x="826646" y="322350"/>
                      </a:cubicBezTo>
                      <a:cubicBezTo>
                        <a:pt x="826646" y="369550"/>
                        <a:pt x="786764" y="409487"/>
                        <a:pt x="739631" y="409487"/>
                      </a:cubicBezTo>
                      <a:cubicBezTo>
                        <a:pt x="87015" y="409487"/>
                        <a:pt x="87015" y="409487"/>
                        <a:pt x="87015" y="409487"/>
                      </a:cubicBezTo>
                      <a:cubicBezTo>
                        <a:pt x="39882" y="409487"/>
                        <a:pt x="0" y="369550"/>
                        <a:pt x="0" y="322350"/>
                      </a:cubicBezTo>
                      <a:cubicBezTo>
                        <a:pt x="0" y="271521"/>
                        <a:pt x="39882" y="231583"/>
                        <a:pt x="87015" y="231583"/>
                      </a:cubicBezTo>
                      <a:lnTo>
                        <a:pt x="187867" y="231583"/>
                      </a:lnTo>
                      <a:lnTo>
                        <a:pt x="182506" y="205792"/>
                      </a:lnTo>
                      <a:cubicBezTo>
                        <a:pt x="182506" y="154963"/>
                        <a:pt x="222391" y="115025"/>
                        <a:pt x="269527" y="115025"/>
                      </a:cubicBezTo>
                      <a:cubicBezTo>
                        <a:pt x="320743" y="115025"/>
                        <a:pt x="365557" y="115025"/>
                        <a:pt x="404769" y="115025"/>
                      </a:cubicBezTo>
                      <a:lnTo>
                        <a:pt x="419542" y="115025"/>
                      </a:lnTo>
                      <a:lnTo>
                        <a:pt x="414088" y="87137"/>
                      </a:lnTo>
                      <a:cubicBezTo>
                        <a:pt x="414088" y="39938"/>
                        <a:pt x="453963" y="0"/>
                        <a:pt x="501088" y="0"/>
                      </a:cubicBezTo>
                      <a:close/>
                    </a:path>
                  </a:pathLst>
                </a:custGeom>
                <a:solidFill>
                  <a:schemeClr val="accent1"/>
                </a:solidFill>
                <a:ln>
                  <a:noFill/>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sp>
              <p:nvSpPr>
                <p:cNvPr id="600" name="Google Shape;600;g32268d58d69_0_2870"/>
                <p:cNvSpPr txBox="1"/>
                <p:nvPr/>
              </p:nvSpPr>
              <p:spPr>
                <a:xfrm>
                  <a:off x="4159400" y="1485248"/>
                  <a:ext cx="458700" cy="18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33"/>
                    <a:buFont typeface="Arial"/>
                    <a:buNone/>
                  </a:pPr>
                  <a:r>
                    <a:rPr b="1" i="0" lang="en-US" sz="933" u="none" cap="none" strike="noStrike">
                      <a:solidFill>
                        <a:srgbClr val="FFFFFF"/>
                      </a:solidFill>
                      <a:latin typeface="Arial"/>
                      <a:ea typeface="Arial"/>
                      <a:cs typeface="Arial"/>
                      <a:sym typeface="Arial"/>
                    </a:rPr>
                    <a:t>SaaS</a:t>
                  </a:r>
                  <a:endParaRPr b="1" i="0" sz="1200" u="none" cap="none" strike="noStrike">
                    <a:solidFill>
                      <a:srgbClr val="FFFFFF"/>
                    </a:solidFill>
                    <a:latin typeface="Arial"/>
                    <a:ea typeface="Arial"/>
                    <a:cs typeface="Arial"/>
                    <a:sym typeface="Arial"/>
                  </a:endParaRPr>
                </a:p>
              </p:txBody>
            </p:sp>
          </p:grpSp>
        </p:grpSp>
        <p:grpSp>
          <p:nvGrpSpPr>
            <p:cNvPr id="601" name="Google Shape;601;g32268d58d69_0_2870"/>
            <p:cNvGrpSpPr/>
            <p:nvPr/>
          </p:nvGrpSpPr>
          <p:grpSpPr>
            <a:xfrm>
              <a:off x="4418594" y="1710453"/>
              <a:ext cx="3422731" cy="3284096"/>
              <a:chOff x="3334351" y="1352550"/>
              <a:chExt cx="2733592" cy="2622870"/>
            </a:xfrm>
          </p:grpSpPr>
          <p:sp>
            <p:nvSpPr>
              <p:cNvPr id="602" name="Google Shape;602;g32268d58d69_0_2870"/>
              <p:cNvSpPr/>
              <p:nvPr/>
            </p:nvSpPr>
            <p:spPr>
              <a:xfrm>
                <a:off x="3471604" y="3821250"/>
                <a:ext cx="127656" cy="154170"/>
              </a:xfrm>
              <a:custGeom>
                <a:rect b="b" l="l" r="r" t="t"/>
                <a:pathLst>
                  <a:path extrusionOk="0" h="21600" w="21600">
                    <a:moveTo>
                      <a:pt x="4339" y="7209"/>
                    </a:moveTo>
                    <a:cubicBezTo>
                      <a:pt x="4339" y="4212"/>
                      <a:pt x="7222" y="1809"/>
                      <a:pt x="10816" y="1809"/>
                    </a:cubicBezTo>
                    <a:cubicBezTo>
                      <a:pt x="14378" y="1809"/>
                      <a:pt x="17293" y="4212"/>
                      <a:pt x="17293" y="7209"/>
                    </a:cubicBezTo>
                    <a:lnTo>
                      <a:pt x="17293" y="9909"/>
                    </a:lnTo>
                    <a:lnTo>
                      <a:pt x="4339" y="9909"/>
                    </a:lnTo>
                    <a:lnTo>
                      <a:pt x="4339" y="7209"/>
                    </a:lnTo>
                    <a:close/>
                    <a:moveTo>
                      <a:pt x="19430" y="9909"/>
                    </a:moveTo>
                    <a:lnTo>
                      <a:pt x="19430" y="7209"/>
                    </a:lnTo>
                    <a:cubicBezTo>
                      <a:pt x="19430" y="3240"/>
                      <a:pt x="15544" y="0"/>
                      <a:pt x="10816" y="0"/>
                    </a:cubicBezTo>
                    <a:cubicBezTo>
                      <a:pt x="6056" y="0"/>
                      <a:pt x="2170" y="3240"/>
                      <a:pt x="2170" y="7209"/>
                    </a:cubicBezTo>
                    <a:lnTo>
                      <a:pt x="2170" y="9909"/>
                    </a:lnTo>
                    <a:lnTo>
                      <a:pt x="0" y="9909"/>
                    </a:lnTo>
                    <a:lnTo>
                      <a:pt x="0" y="20682"/>
                    </a:lnTo>
                    <a:cubicBezTo>
                      <a:pt x="0" y="21195"/>
                      <a:pt x="486" y="21600"/>
                      <a:pt x="1101" y="21600"/>
                    </a:cubicBezTo>
                    <a:lnTo>
                      <a:pt x="20531" y="21600"/>
                    </a:lnTo>
                    <a:cubicBezTo>
                      <a:pt x="21114" y="21600"/>
                      <a:pt x="21600" y="21195"/>
                      <a:pt x="21600" y="20682"/>
                    </a:cubicBezTo>
                    <a:lnTo>
                      <a:pt x="21600" y="9909"/>
                    </a:lnTo>
                    <a:lnTo>
                      <a:pt x="19430" y="9909"/>
                    </a:lnTo>
                    <a:close/>
                  </a:path>
                </a:pathLst>
              </a:custGeom>
              <a:solidFill>
                <a:schemeClr val="lt1"/>
              </a:solidFill>
              <a:ln>
                <a:noFill/>
              </a:ln>
            </p:spPr>
            <p:txBody>
              <a:bodyPr anchorCtr="0" anchor="t" bIns="45700" lIns="60925" spcFirstLastPara="1" rIns="609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5073"/>
                  </a:solidFill>
                  <a:latin typeface="Arial"/>
                  <a:ea typeface="Arial"/>
                  <a:cs typeface="Arial"/>
                  <a:sym typeface="Arial"/>
                </a:endParaRPr>
              </a:p>
            </p:txBody>
          </p:sp>
          <p:sp>
            <p:nvSpPr>
              <p:cNvPr id="603" name="Google Shape;603;g32268d58d69_0_2870"/>
              <p:cNvSpPr/>
              <p:nvPr/>
            </p:nvSpPr>
            <p:spPr>
              <a:xfrm>
                <a:off x="4038600" y="3028950"/>
                <a:ext cx="127656" cy="154170"/>
              </a:xfrm>
              <a:custGeom>
                <a:rect b="b" l="l" r="r" t="t"/>
                <a:pathLst>
                  <a:path extrusionOk="0" h="21600" w="21600">
                    <a:moveTo>
                      <a:pt x="4339" y="7209"/>
                    </a:moveTo>
                    <a:cubicBezTo>
                      <a:pt x="4339" y="4212"/>
                      <a:pt x="7222" y="1809"/>
                      <a:pt x="10816" y="1809"/>
                    </a:cubicBezTo>
                    <a:cubicBezTo>
                      <a:pt x="14378" y="1809"/>
                      <a:pt x="17293" y="4212"/>
                      <a:pt x="17293" y="7209"/>
                    </a:cubicBezTo>
                    <a:lnTo>
                      <a:pt x="17293" y="9909"/>
                    </a:lnTo>
                    <a:lnTo>
                      <a:pt x="4339" y="9909"/>
                    </a:lnTo>
                    <a:lnTo>
                      <a:pt x="4339" y="7209"/>
                    </a:lnTo>
                    <a:close/>
                    <a:moveTo>
                      <a:pt x="19430" y="9909"/>
                    </a:moveTo>
                    <a:lnTo>
                      <a:pt x="19430" y="7209"/>
                    </a:lnTo>
                    <a:cubicBezTo>
                      <a:pt x="19430" y="3240"/>
                      <a:pt x="15544" y="0"/>
                      <a:pt x="10816" y="0"/>
                    </a:cubicBezTo>
                    <a:cubicBezTo>
                      <a:pt x="6056" y="0"/>
                      <a:pt x="2170" y="3240"/>
                      <a:pt x="2170" y="7209"/>
                    </a:cubicBezTo>
                    <a:lnTo>
                      <a:pt x="2170" y="9909"/>
                    </a:lnTo>
                    <a:lnTo>
                      <a:pt x="0" y="9909"/>
                    </a:lnTo>
                    <a:lnTo>
                      <a:pt x="0" y="20682"/>
                    </a:lnTo>
                    <a:cubicBezTo>
                      <a:pt x="0" y="21195"/>
                      <a:pt x="486" y="21600"/>
                      <a:pt x="1101" y="21600"/>
                    </a:cubicBezTo>
                    <a:lnTo>
                      <a:pt x="20531" y="21600"/>
                    </a:lnTo>
                    <a:cubicBezTo>
                      <a:pt x="21114" y="21600"/>
                      <a:pt x="21600" y="21195"/>
                      <a:pt x="21600" y="20682"/>
                    </a:cubicBezTo>
                    <a:lnTo>
                      <a:pt x="21600" y="9909"/>
                    </a:lnTo>
                    <a:lnTo>
                      <a:pt x="19430" y="9909"/>
                    </a:lnTo>
                    <a:close/>
                  </a:path>
                </a:pathLst>
              </a:custGeom>
              <a:solidFill>
                <a:schemeClr val="lt1"/>
              </a:solidFill>
              <a:ln>
                <a:noFill/>
              </a:ln>
            </p:spPr>
            <p:txBody>
              <a:bodyPr anchorCtr="0" anchor="t" bIns="45700" lIns="60925" spcFirstLastPara="1" rIns="609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5073"/>
                  </a:solidFill>
                  <a:latin typeface="Arial"/>
                  <a:ea typeface="Arial"/>
                  <a:cs typeface="Arial"/>
                  <a:sym typeface="Arial"/>
                </a:endParaRPr>
              </a:p>
            </p:txBody>
          </p:sp>
          <p:sp>
            <p:nvSpPr>
              <p:cNvPr id="604" name="Google Shape;604;g32268d58d69_0_2870"/>
              <p:cNvSpPr/>
              <p:nvPr/>
            </p:nvSpPr>
            <p:spPr>
              <a:xfrm>
                <a:off x="3334351" y="2342348"/>
                <a:ext cx="127656" cy="154170"/>
              </a:xfrm>
              <a:custGeom>
                <a:rect b="b" l="l" r="r" t="t"/>
                <a:pathLst>
                  <a:path extrusionOk="0" h="21600" w="21600">
                    <a:moveTo>
                      <a:pt x="4339" y="7209"/>
                    </a:moveTo>
                    <a:cubicBezTo>
                      <a:pt x="4339" y="4212"/>
                      <a:pt x="7222" y="1809"/>
                      <a:pt x="10816" y="1809"/>
                    </a:cubicBezTo>
                    <a:cubicBezTo>
                      <a:pt x="14378" y="1809"/>
                      <a:pt x="17293" y="4212"/>
                      <a:pt x="17293" y="7209"/>
                    </a:cubicBezTo>
                    <a:lnTo>
                      <a:pt x="17293" y="9909"/>
                    </a:lnTo>
                    <a:lnTo>
                      <a:pt x="4339" y="9909"/>
                    </a:lnTo>
                    <a:lnTo>
                      <a:pt x="4339" y="7209"/>
                    </a:lnTo>
                    <a:close/>
                    <a:moveTo>
                      <a:pt x="19430" y="9909"/>
                    </a:moveTo>
                    <a:lnTo>
                      <a:pt x="19430" y="7209"/>
                    </a:lnTo>
                    <a:cubicBezTo>
                      <a:pt x="19430" y="3240"/>
                      <a:pt x="15544" y="0"/>
                      <a:pt x="10816" y="0"/>
                    </a:cubicBezTo>
                    <a:cubicBezTo>
                      <a:pt x="6056" y="0"/>
                      <a:pt x="2170" y="3240"/>
                      <a:pt x="2170" y="7209"/>
                    </a:cubicBezTo>
                    <a:lnTo>
                      <a:pt x="2170" y="9909"/>
                    </a:lnTo>
                    <a:lnTo>
                      <a:pt x="0" y="9909"/>
                    </a:lnTo>
                    <a:lnTo>
                      <a:pt x="0" y="20682"/>
                    </a:lnTo>
                    <a:cubicBezTo>
                      <a:pt x="0" y="21195"/>
                      <a:pt x="486" y="21600"/>
                      <a:pt x="1101" y="21600"/>
                    </a:cubicBezTo>
                    <a:lnTo>
                      <a:pt x="20531" y="21600"/>
                    </a:lnTo>
                    <a:cubicBezTo>
                      <a:pt x="21114" y="21600"/>
                      <a:pt x="21600" y="21195"/>
                      <a:pt x="21600" y="20682"/>
                    </a:cubicBezTo>
                    <a:lnTo>
                      <a:pt x="21600" y="9909"/>
                    </a:lnTo>
                    <a:lnTo>
                      <a:pt x="19430" y="9909"/>
                    </a:lnTo>
                    <a:close/>
                  </a:path>
                </a:pathLst>
              </a:custGeom>
              <a:solidFill>
                <a:schemeClr val="lt1"/>
              </a:solidFill>
              <a:ln>
                <a:noFill/>
              </a:ln>
            </p:spPr>
            <p:txBody>
              <a:bodyPr anchorCtr="0" anchor="t" bIns="45700" lIns="60925" spcFirstLastPara="1" rIns="609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5073"/>
                  </a:solidFill>
                  <a:latin typeface="Arial"/>
                  <a:ea typeface="Arial"/>
                  <a:cs typeface="Arial"/>
                  <a:sym typeface="Arial"/>
                </a:endParaRPr>
              </a:p>
            </p:txBody>
          </p:sp>
          <p:sp>
            <p:nvSpPr>
              <p:cNvPr id="605" name="Google Shape;605;g32268d58d69_0_2870"/>
              <p:cNvSpPr/>
              <p:nvPr/>
            </p:nvSpPr>
            <p:spPr>
              <a:xfrm>
                <a:off x="3895825" y="1970973"/>
                <a:ext cx="127656" cy="154170"/>
              </a:xfrm>
              <a:custGeom>
                <a:rect b="b" l="l" r="r" t="t"/>
                <a:pathLst>
                  <a:path extrusionOk="0" h="21600" w="21600">
                    <a:moveTo>
                      <a:pt x="4339" y="7209"/>
                    </a:moveTo>
                    <a:cubicBezTo>
                      <a:pt x="4339" y="4212"/>
                      <a:pt x="7222" y="1809"/>
                      <a:pt x="10816" y="1809"/>
                    </a:cubicBezTo>
                    <a:cubicBezTo>
                      <a:pt x="14378" y="1809"/>
                      <a:pt x="17293" y="4212"/>
                      <a:pt x="17293" y="7209"/>
                    </a:cubicBezTo>
                    <a:lnTo>
                      <a:pt x="17293" y="9909"/>
                    </a:lnTo>
                    <a:lnTo>
                      <a:pt x="4339" y="9909"/>
                    </a:lnTo>
                    <a:lnTo>
                      <a:pt x="4339" y="7209"/>
                    </a:lnTo>
                    <a:close/>
                    <a:moveTo>
                      <a:pt x="19430" y="9909"/>
                    </a:moveTo>
                    <a:lnTo>
                      <a:pt x="19430" y="7209"/>
                    </a:lnTo>
                    <a:cubicBezTo>
                      <a:pt x="19430" y="3240"/>
                      <a:pt x="15544" y="0"/>
                      <a:pt x="10816" y="0"/>
                    </a:cubicBezTo>
                    <a:cubicBezTo>
                      <a:pt x="6056" y="0"/>
                      <a:pt x="2170" y="3240"/>
                      <a:pt x="2170" y="7209"/>
                    </a:cubicBezTo>
                    <a:lnTo>
                      <a:pt x="2170" y="9909"/>
                    </a:lnTo>
                    <a:lnTo>
                      <a:pt x="0" y="9909"/>
                    </a:lnTo>
                    <a:lnTo>
                      <a:pt x="0" y="20682"/>
                    </a:lnTo>
                    <a:cubicBezTo>
                      <a:pt x="0" y="21195"/>
                      <a:pt x="486" y="21600"/>
                      <a:pt x="1101" y="21600"/>
                    </a:cubicBezTo>
                    <a:lnTo>
                      <a:pt x="20531" y="21600"/>
                    </a:lnTo>
                    <a:cubicBezTo>
                      <a:pt x="21114" y="21600"/>
                      <a:pt x="21600" y="21195"/>
                      <a:pt x="21600" y="20682"/>
                    </a:cubicBezTo>
                    <a:lnTo>
                      <a:pt x="21600" y="9909"/>
                    </a:lnTo>
                    <a:lnTo>
                      <a:pt x="19430" y="9909"/>
                    </a:lnTo>
                    <a:close/>
                  </a:path>
                </a:pathLst>
              </a:custGeom>
              <a:solidFill>
                <a:schemeClr val="lt1"/>
              </a:solidFill>
              <a:ln>
                <a:noFill/>
              </a:ln>
            </p:spPr>
            <p:txBody>
              <a:bodyPr anchorCtr="0" anchor="t" bIns="45700" lIns="60925" spcFirstLastPara="1" rIns="609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5073"/>
                  </a:solidFill>
                  <a:latin typeface="Arial"/>
                  <a:ea typeface="Arial"/>
                  <a:cs typeface="Arial"/>
                  <a:sym typeface="Arial"/>
                </a:endParaRPr>
              </a:p>
            </p:txBody>
          </p:sp>
          <p:sp>
            <p:nvSpPr>
              <p:cNvPr id="606" name="Google Shape;606;g32268d58d69_0_2870"/>
              <p:cNvSpPr/>
              <p:nvPr/>
            </p:nvSpPr>
            <p:spPr>
              <a:xfrm>
                <a:off x="4724400" y="1352550"/>
                <a:ext cx="127656" cy="154170"/>
              </a:xfrm>
              <a:custGeom>
                <a:rect b="b" l="l" r="r" t="t"/>
                <a:pathLst>
                  <a:path extrusionOk="0" h="21600" w="21600">
                    <a:moveTo>
                      <a:pt x="4339" y="7209"/>
                    </a:moveTo>
                    <a:cubicBezTo>
                      <a:pt x="4339" y="4212"/>
                      <a:pt x="7222" y="1809"/>
                      <a:pt x="10816" y="1809"/>
                    </a:cubicBezTo>
                    <a:cubicBezTo>
                      <a:pt x="14378" y="1809"/>
                      <a:pt x="17293" y="4212"/>
                      <a:pt x="17293" y="7209"/>
                    </a:cubicBezTo>
                    <a:lnTo>
                      <a:pt x="17293" y="9909"/>
                    </a:lnTo>
                    <a:lnTo>
                      <a:pt x="4339" y="9909"/>
                    </a:lnTo>
                    <a:lnTo>
                      <a:pt x="4339" y="7209"/>
                    </a:lnTo>
                    <a:close/>
                    <a:moveTo>
                      <a:pt x="19430" y="9909"/>
                    </a:moveTo>
                    <a:lnTo>
                      <a:pt x="19430" y="7209"/>
                    </a:lnTo>
                    <a:cubicBezTo>
                      <a:pt x="19430" y="3240"/>
                      <a:pt x="15544" y="0"/>
                      <a:pt x="10816" y="0"/>
                    </a:cubicBezTo>
                    <a:cubicBezTo>
                      <a:pt x="6056" y="0"/>
                      <a:pt x="2170" y="3240"/>
                      <a:pt x="2170" y="7209"/>
                    </a:cubicBezTo>
                    <a:lnTo>
                      <a:pt x="2170" y="9909"/>
                    </a:lnTo>
                    <a:lnTo>
                      <a:pt x="0" y="9909"/>
                    </a:lnTo>
                    <a:lnTo>
                      <a:pt x="0" y="20682"/>
                    </a:lnTo>
                    <a:cubicBezTo>
                      <a:pt x="0" y="21195"/>
                      <a:pt x="486" y="21600"/>
                      <a:pt x="1101" y="21600"/>
                    </a:cubicBezTo>
                    <a:lnTo>
                      <a:pt x="20531" y="21600"/>
                    </a:lnTo>
                    <a:cubicBezTo>
                      <a:pt x="21114" y="21600"/>
                      <a:pt x="21600" y="21195"/>
                      <a:pt x="21600" y="20682"/>
                    </a:cubicBezTo>
                    <a:lnTo>
                      <a:pt x="21600" y="9909"/>
                    </a:lnTo>
                    <a:lnTo>
                      <a:pt x="19430" y="9909"/>
                    </a:lnTo>
                    <a:close/>
                  </a:path>
                </a:pathLst>
              </a:custGeom>
              <a:solidFill>
                <a:schemeClr val="lt1"/>
              </a:solidFill>
              <a:ln>
                <a:noFill/>
              </a:ln>
            </p:spPr>
            <p:txBody>
              <a:bodyPr anchorCtr="0" anchor="t" bIns="45700" lIns="60925" spcFirstLastPara="1" rIns="609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5073"/>
                  </a:solidFill>
                  <a:latin typeface="Arial"/>
                  <a:ea typeface="Arial"/>
                  <a:cs typeface="Arial"/>
                  <a:sym typeface="Arial"/>
                </a:endParaRPr>
              </a:p>
            </p:txBody>
          </p:sp>
          <p:sp>
            <p:nvSpPr>
              <p:cNvPr id="607" name="Google Shape;607;g32268d58d69_0_2870"/>
              <p:cNvSpPr/>
              <p:nvPr/>
            </p:nvSpPr>
            <p:spPr>
              <a:xfrm>
                <a:off x="5105400" y="1962150"/>
                <a:ext cx="127656" cy="154170"/>
              </a:xfrm>
              <a:custGeom>
                <a:rect b="b" l="l" r="r" t="t"/>
                <a:pathLst>
                  <a:path extrusionOk="0" h="21600" w="21600">
                    <a:moveTo>
                      <a:pt x="4339" y="7209"/>
                    </a:moveTo>
                    <a:cubicBezTo>
                      <a:pt x="4339" y="4212"/>
                      <a:pt x="7222" y="1809"/>
                      <a:pt x="10816" y="1809"/>
                    </a:cubicBezTo>
                    <a:cubicBezTo>
                      <a:pt x="14378" y="1809"/>
                      <a:pt x="17293" y="4212"/>
                      <a:pt x="17293" y="7209"/>
                    </a:cubicBezTo>
                    <a:lnTo>
                      <a:pt x="17293" y="9909"/>
                    </a:lnTo>
                    <a:lnTo>
                      <a:pt x="4339" y="9909"/>
                    </a:lnTo>
                    <a:lnTo>
                      <a:pt x="4339" y="7209"/>
                    </a:lnTo>
                    <a:close/>
                    <a:moveTo>
                      <a:pt x="19430" y="9909"/>
                    </a:moveTo>
                    <a:lnTo>
                      <a:pt x="19430" y="7209"/>
                    </a:lnTo>
                    <a:cubicBezTo>
                      <a:pt x="19430" y="3240"/>
                      <a:pt x="15544" y="0"/>
                      <a:pt x="10816" y="0"/>
                    </a:cubicBezTo>
                    <a:cubicBezTo>
                      <a:pt x="6056" y="0"/>
                      <a:pt x="2170" y="3240"/>
                      <a:pt x="2170" y="7209"/>
                    </a:cubicBezTo>
                    <a:lnTo>
                      <a:pt x="2170" y="9909"/>
                    </a:lnTo>
                    <a:lnTo>
                      <a:pt x="0" y="9909"/>
                    </a:lnTo>
                    <a:lnTo>
                      <a:pt x="0" y="20682"/>
                    </a:lnTo>
                    <a:cubicBezTo>
                      <a:pt x="0" y="21195"/>
                      <a:pt x="486" y="21600"/>
                      <a:pt x="1101" y="21600"/>
                    </a:cubicBezTo>
                    <a:lnTo>
                      <a:pt x="20531" y="21600"/>
                    </a:lnTo>
                    <a:cubicBezTo>
                      <a:pt x="21114" y="21600"/>
                      <a:pt x="21600" y="21195"/>
                      <a:pt x="21600" y="20682"/>
                    </a:cubicBezTo>
                    <a:lnTo>
                      <a:pt x="21600" y="9909"/>
                    </a:lnTo>
                    <a:lnTo>
                      <a:pt x="19430" y="9909"/>
                    </a:lnTo>
                    <a:close/>
                  </a:path>
                </a:pathLst>
              </a:custGeom>
              <a:solidFill>
                <a:schemeClr val="lt1"/>
              </a:solidFill>
              <a:ln>
                <a:noFill/>
              </a:ln>
            </p:spPr>
            <p:txBody>
              <a:bodyPr anchorCtr="0" anchor="t" bIns="45700" lIns="60925" spcFirstLastPara="1" rIns="609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5073"/>
                  </a:solidFill>
                  <a:latin typeface="Arial"/>
                  <a:ea typeface="Arial"/>
                  <a:cs typeface="Arial"/>
                  <a:sym typeface="Arial"/>
                </a:endParaRPr>
              </a:p>
            </p:txBody>
          </p:sp>
          <p:sp>
            <p:nvSpPr>
              <p:cNvPr id="608" name="Google Shape;608;g32268d58d69_0_2870"/>
              <p:cNvSpPr/>
              <p:nvPr/>
            </p:nvSpPr>
            <p:spPr>
              <a:xfrm>
                <a:off x="5940287" y="2382907"/>
                <a:ext cx="127656" cy="154170"/>
              </a:xfrm>
              <a:custGeom>
                <a:rect b="b" l="l" r="r" t="t"/>
                <a:pathLst>
                  <a:path extrusionOk="0" h="21600" w="21600">
                    <a:moveTo>
                      <a:pt x="4339" y="7209"/>
                    </a:moveTo>
                    <a:cubicBezTo>
                      <a:pt x="4339" y="4212"/>
                      <a:pt x="7222" y="1809"/>
                      <a:pt x="10816" y="1809"/>
                    </a:cubicBezTo>
                    <a:cubicBezTo>
                      <a:pt x="14378" y="1809"/>
                      <a:pt x="17293" y="4212"/>
                      <a:pt x="17293" y="7209"/>
                    </a:cubicBezTo>
                    <a:lnTo>
                      <a:pt x="17293" y="9909"/>
                    </a:lnTo>
                    <a:lnTo>
                      <a:pt x="4339" y="9909"/>
                    </a:lnTo>
                    <a:lnTo>
                      <a:pt x="4339" y="7209"/>
                    </a:lnTo>
                    <a:close/>
                    <a:moveTo>
                      <a:pt x="19430" y="9909"/>
                    </a:moveTo>
                    <a:lnTo>
                      <a:pt x="19430" y="7209"/>
                    </a:lnTo>
                    <a:cubicBezTo>
                      <a:pt x="19430" y="3240"/>
                      <a:pt x="15544" y="0"/>
                      <a:pt x="10816" y="0"/>
                    </a:cubicBezTo>
                    <a:cubicBezTo>
                      <a:pt x="6056" y="0"/>
                      <a:pt x="2170" y="3240"/>
                      <a:pt x="2170" y="7209"/>
                    </a:cubicBezTo>
                    <a:lnTo>
                      <a:pt x="2170" y="9909"/>
                    </a:lnTo>
                    <a:lnTo>
                      <a:pt x="0" y="9909"/>
                    </a:lnTo>
                    <a:lnTo>
                      <a:pt x="0" y="20682"/>
                    </a:lnTo>
                    <a:cubicBezTo>
                      <a:pt x="0" y="21195"/>
                      <a:pt x="486" y="21600"/>
                      <a:pt x="1101" y="21600"/>
                    </a:cubicBezTo>
                    <a:lnTo>
                      <a:pt x="20531" y="21600"/>
                    </a:lnTo>
                    <a:cubicBezTo>
                      <a:pt x="21114" y="21600"/>
                      <a:pt x="21600" y="21195"/>
                      <a:pt x="21600" y="20682"/>
                    </a:cubicBezTo>
                    <a:lnTo>
                      <a:pt x="21600" y="9909"/>
                    </a:lnTo>
                    <a:lnTo>
                      <a:pt x="19430" y="9909"/>
                    </a:lnTo>
                    <a:close/>
                  </a:path>
                </a:pathLst>
              </a:custGeom>
              <a:solidFill>
                <a:schemeClr val="lt1"/>
              </a:solidFill>
              <a:ln>
                <a:noFill/>
              </a:ln>
            </p:spPr>
            <p:txBody>
              <a:bodyPr anchorCtr="0" anchor="t" bIns="45700" lIns="60925" spcFirstLastPara="1" rIns="609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5073"/>
                  </a:solidFill>
                  <a:latin typeface="Arial"/>
                  <a:ea typeface="Arial"/>
                  <a:cs typeface="Arial"/>
                  <a:sym typeface="Arial"/>
                </a:endParaRPr>
              </a:p>
            </p:txBody>
          </p:sp>
          <p:sp>
            <p:nvSpPr>
              <p:cNvPr id="609" name="Google Shape;609;g32268d58d69_0_2870"/>
              <p:cNvSpPr/>
              <p:nvPr/>
            </p:nvSpPr>
            <p:spPr>
              <a:xfrm>
                <a:off x="4648200" y="3409950"/>
                <a:ext cx="127656" cy="154170"/>
              </a:xfrm>
              <a:custGeom>
                <a:rect b="b" l="l" r="r" t="t"/>
                <a:pathLst>
                  <a:path extrusionOk="0" h="21600" w="21600">
                    <a:moveTo>
                      <a:pt x="4339" y="7209"/>
                    </a:moveTo>
                    <a:cubicBezTo>
                      <a:pt x="4339" y="4212"/>
                      <a:pt x="7222" y="1809"/>
                      <a:pt x="10816" y="1809"/>
                    </a:cubicBezTo>
                    <a:cubicBezTo>
                      <a:pt x="14378" y="1809"/>
                      <a:pt x="17293" y="4212"/>
                      <a:pt x="17293" y="7209"/>
                    </a:cubicBezTo>
                    <a:lnTo>
                      <a:pt x="17293" y="9909"/>
                    </a:lnTo>
                    <a:lnTo>
                      <a:pt x="4339" y="9909"/>
                    </a:lnTo>
                    <a:lnTo>
                      <a:pt x="4339" y="7209"/>
                    </a:lnTo>
                    <a:close/>
                    <a:moveTo>
                      <a:pt x="19430" y="9909"/>
                    </a:moveTo>
                    <a:lnTo>
                      <a:pt x="19430" y="7209"/>
                    </a:lnTo>
                    <a:cubicBezTo>
                      <a:pt x="19430" y="3240"/>
                      <a:pt x="15544" y="0"/>
                      <a:pt x="10816" y="0"/>
                    </a:cubicBezTo>
                    <a:cubicBezTo>
                      <a:pt x="6056" y="0"/>
                      <a:pt x="2170" y="3240"/>
                      <a:pt x="2170" y="7209"/>
                    </a:cubicBezTo>
                    <a:lnTo>
                      <a:pt x="2170" y="9909"/>
                    </a:lnTo>
                    <a:lnTo>
                      <a:pt x="0" y="9909"/>
                    </a:lnTo>
                    <a:lnTo>
                      <a:pt x="0" y="20682"/>
                    </a:lnTo>
                    <a:cubicBezTo>
                      <a:pt x="0" y="21195"/>
                      <a:pt x="486" y="21600"/>
                      <a:pt x="1101" y="21600"/>
                    </a:cubicBezTo>
                    <a:lnTo>
                      <a:pt x="20531" y="21600"/>
                    </a:lnTo>
                    <a:cubicBezTo>
                      <a:pt x="21114" y="21600"/>
                      <a:pt x="21600" y="21195"/>
                      <a:pt x="21600" y="20682"/>
                    </a:cubicBezTo>
                    <a:lnTo>
                      <a:pt x="21600" y="9909"/>
                    </a:lnTo>
                    <a:lnTo>
                      <a:pt x="19430" y="9909"/>
                    </a:lnTo>
                    <a:close/>
                  </a:path>
                </a:pathLst>
              </a:custGeom>
              <a:solidFill>
                <a:schemeClr val="lt1"/>
              </a:solidFill>
              <a:ln>
                <a:noFill/>
              </a:ln>
            </p:spPr>
            <p:txBody>
              <a:bodyPr anchorCtr="0" anchor="t" bIns="45700" lIns="60925" spcFirstLastPara="1" rIns="609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5073"/>
                  </a:solidFill>
                  <a:latin typeface="Arial"/>
                  <a:ea typeface="Arial"/>
                  <a:cs typeface="Arial"/>
                  <a:sym typeface="Arial"/>
                </a:endParaRPr>
              </a:p>
            </p:txBody>
          </p:sp>
          <p:sp>
            <p:nvSpPr>
              <p:cNvPr id="610" name="Google Shape;610;g32268d58d69_0_2870"/>
              <p:cNvSpPr/>
              <p:nvPr/>
            </p:nvSpPr>
            <p:spPr>
              <a:xfrm>
                <a:off x="5572189" y="3330787"/>
                <a:ext cx="127656" cy="154170"/>
              </a:xfrm>
              <a:custGeom>
                <a:rect b="b" l="l" r="r" t="t"/>
                <a:pathLst>
                  <a:path extrusionOk="0" h="21600" w="21600">
                    <a:moveTo>
                      <a:pt x="4339" y="7209"/>
                    </a:moveTo>
                    <a:cubicBezTo>
                      <a:pt x="4339" y="4212"/>
                      <a:pt x="7222" y="1809"/>
                      <a:pt x="10816" y="1809"/>
                    </a:cubicBezTo>
                    <a:cubicBezTo>
                      <a:pt x="14378" y="1809"/>
                      <a:pt x="17293" y="4212"/>
                      <a:pt x="17293" y="7209"/>
                    </a:cubicBezTo>
                    <a:lnTo>
                      <a:pt x="17293" y="9909"/>
                    </a:lnTo>
                    <a:lnTo>
                      <a:pt x="4339" y="9909"/>
                    </a:lnTo>
                    <a:lnTo>
                      <a:pt x="4339" y="7209"/>
                    </a:lnTo>
                    <a:close/>
                    <a:moveTo>
                      <a:pt x="19430" y="9909"/>
                    </a:moveTo>
                    <a:lnTo>
                      <a:pt x="19430" y="7209"/>
                    </a:lnTo>
                    <a:cubicBezTo>
                      <a:pt x="19430" y="3240"/>
                      <a:pt x="15544" y="0"/>
                      <a:pt x="10816" y="0"/>
                    </a:cubicBezTo>
                    <a:cubicBezTo>
                      <a:pt x="6056" y="0"/>
                      <a:pt x="2170" y="3240"/>
                      <a:pt x="2170" y="7209"/>
                    </a:cubicBezTo>
                    <a:lnTo>
                      <a:pt x="2170" y="9909"/>
                    </a:lnTo>
                    <a:lnTo>
                      <a:pt x="0" y="9909"/>
                    </a:lnTo>
                    <a:lnTo>
                      <a:pt x="0" y="20682"/>
                    </a:lnTo>
                    <a:cubicBezTo>
                      <a:pt x="0" y="21195"/>
                      <a:pt x="486" y="21600"/>
                      <a:pt x="1101" y="21600"/>
                    </a:cubicBezTo>
                    <a:lnTo>
                      <a:pt x="20531" y="21600"/>
                    </a:lnTo>
                    <a:cubicBezTo>
                      <a:pt x="21114" y="21600"/>
                      <a:pt x="21600" y="21195"/>
                      <a:pt x="21600" y="20682"/>
                    </a:cubicBezTo>
                    <a:lnTo>
                      <a:pt x="21600" y="9909"/>
                    </a:lnTo>
                    <a:lnTo>
                      <a:pt x="19430" y="9909"/>
                    </a:lnTo>
                    <a:close/>
                  </a:path>
                </a:pathLst>
              </a:custGeom>
              <a:solidFill>
                <a:schemeClr val="lt1"/>
              </a:solidFill>
              <a:ln>
                <a:noFill/>
              </a:ln>
            </p:spPr>
            <p:txBody>
              <a:bodyPr anchorCtr="0" anchor="t" bIns="45700" lIns="60925" spcFirstLastPara="1" rIns="609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5073"/>
                  </a:solidFill>
                  <a:latin typeface="Arial"/>
                  <a:ea typeface="Arial"/>
                  <a:cs typeface="Arial"/>
                  <a:sym typeface="Arial"/>
                </a:endParaRPr>
              </a:p>
            </p:txBody>
          </p:sp>
        </p:grpSp>
        <p:sp>
          <p:nvSpPr>
            <p:cNvPr id="611" name="Google Shape;611;g32268d58d69_0_2870"/>
            <p:cNvSpPr txBox="1"/>
            <p:nvPr/>
          </p:nvSpPr>
          <p:spPr>
            <a:xfrm>
              <a:off x="8325920" y="3058199"/>
              <a:ext cx="941700" cy="37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33"/>
                <a:buFont typeface="Arial"/>
                <a:buNone/>
              </a:pPr>
              <a:r>
                <a:rPr b="0" i="0" lang="en-US" sz="933" u="none" cap="none" strike="noStrike">
                  <a:solidFill>
                    <a:srgbClr val="FFFFFF"/>
                  </a:solidFill>
                  <a:latin typeface="Arial"/>
                  <a:ea typeface="Arial"/>
                  <a:cs typeface="Arial"/>
                  <a:sym typeface="Arial"/>
                </a:rPr>
                <a:t>SERVICE</a:t>
              </a:r>
              <a:br>
                <a:rPr b="0" i="0" lang="en-US" sz="933" u="none" cap="none" strike="noStrike">
                  <a:solidFill>
                    <a:srgbClr val="FFFFFF"/>
                  </a:solidFill>
                  <a:latin typeface="Arial"/>
                  <a:ea typeface="Arial"/>
                  <a:cs typeface="Arial"/>
                  <a:sym typeface="Arial"/>
                </a:rPr>
              </a:br>
              <a:r>
                <a:rPr b="0" i="0" lang="en-US" sz="933" u="none" cap="none" strike="noStrike">
                  <a:solidFill>
                    <a:srgbClr val="FFFFFF"/>
                  </a:solidFill>
                  <a:latin typeface="Arial"/>
                  <a:ea typeface="Arial"/>
                  <a:cs typeface="Arial"/>
                  <a:sym typeface="Arial"/>
                </a:rPr>
                <a:t>PROVIDERS</a:t>
              </a:r>
              <a:endParaRPr b="0" i="0" sz="1400" u="none" cap="none" strike="noStrike">
                <a:solidFill>
                  <a:srgbClr val="000000"/>
                </a:solidFill>
                <a:latin typeface="Arial"/>
                <a:ea typeface="Arial"/>
                <a:cs typeface="Arial"/>
                <a:sym typeface="Arial"/>
              </a:endParaRPr>
            </a:p>
          </p:txBody>
        </p:sp>
        <p:grpSp>
          <p:nvGrpSpPr>
            <p:cNvPr id="612" name="Google Shape;612;g32268d58d69_0_2870"/>
            <p:cNvGrpSpPr/>
            <p:nvPr/>
          </p:nvGrpSpPr>
          <p:grpSpPr>
            <a:xfrm>
              <a:off x="3980548" y="3722011"/>
              <a:ext cx="2949389" cy="1621970"/>
              <a:chOff x="2984500" y="2959100"/>
              <a:chExt cx="2355554" cy="1295400"/>
            </a:xfrm>
          </p:grpSpPr>
          <p:sp>
            <p:nvSpPr>
              <p:cNvPr id="613" name="Google Shape;613;g32268d58d69_0_2870"/>
              <p:cNvSpPr/>
              <p:nvPr/>
            </p:nvSpPr>
            <p:spPr>
              <a:xfrm>
                <a:off x="4864100" y="3200400"/>
                <a:ext cx="241300" cy="1054100"/>
              </a:xfrm>
              <a:custGeom>
                <a:rect b="b" l="l" r="r" t="t"/>
                <a:pathLst>
                  <a:path extrusionOk="0" h="1054100" w="241300">
                    <a:moveTo>
                      <a:pt x="241300" y="1054100"/>
                    </a:moveTo>
                    <a:lnTo>
                      <a:pt x="241300" y="457200"/>
                    </a:lnTo>
                    <a:lnTo>
                      <a:pt x="0" y="457200"/>
                    </a:lnTo>
                    <a:lnTo>
                      <a:pt x="0" y="0"/>
                    </a:lnTo>
                  </a:path>
                </a:pathLst>
              </a:custGeom>
              <a:noFill/>
              <a:ln cap="sq" cmpd="sng" w="15875">
                <a:solidFill>
                  <a:schemeClr val="lt2"/>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sp>
            <p:nvSpPr>
              <p:cNvPr id="614" name="Google Shape;614;g32268d58d69_0_2870"/>
              <p:cNvSpPr/>
              <p:nvPr/>
            </p:nvSpPr>
            <p:spPr>
              <a:xfrm>
                <a:off x="2984500" y="2959100"/>
                <a:ext cx="2006600" cy="1295400"/>
              </a:xfrm>
              <a:custGeom>
                <a:rect b="b" l="l" r="r" t="t"/>
                <a:pathLst>
                  <a:path extrusionOk="0" h="1295400" w="2006600">
                    <a:moveTo>
                      <a:pt x="2006600" y="1295400"/>
                    </a:moveTo>
                    <a:lnTo>
                      <a:pt x="2006600" y="800100"/>
                    </a:lnTo>
                    <a:lnTo>
                      <a:pt x="0" y="800100"/>
                    </a:lnTo>
                    <a:lnTo>
                      <a:pt x="0" y="0"/>
                    </a:lnTo>
                  </a:path>
                </a:pathLst>
              </a:custGeom>
              <a:noFill/>
              <a:ln cap="sq" cmpd="sng" w="15875">
                <a:solidFill>
                  <a:schemeClr val="lt2"/>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15" name="Google Shape;615;g32268d58d69_0_2870"/>
              <p:cNvPicPr preferRelativeResize="0"/>
              <p:nvPr/>
            </p:nvPicPr>
            <p:blipFill rotWithShape="1">
              <a:blip r:embed="rId11">
                <a:alphaModFix/>
              </a:blip>
              <a:srcRect b="0" l="0" r="0" t="0"/>
              <a:stretch/>
            </p:blipFill>
            <p:spPr>
              <a:xfrm>
                <a:off x="5021920" y="3503945"/>
                <a:ext cx="318134" cy="318756"/>
              </a:xfrm>
              <a:prstGeom prst="rect">
                <a:avLst/>
              </a:prstGeom>
              <a:noFill/>
              <a:ln>
                <a:noFill/>
              </a:ln>
            </p:spPr>
          </p:pic>
          <p:pic>
            <p:nvPicPr>
              <p:cNvPr id="616" name="Google Shape;616;g32268d58d69_0_2870"/>
              <p:cNvPicPr preferRelativeResize="0"/>
              <p:nvPr/>
            </p:nvPicPr>
            <p:blipFill rotWithShape="1">
              <a:blip r:embed="rId12">
                <a:alphaModFix/>
              </a:blip>
              <a:srcRect b="0" l="0" r="0" t="0"/>
              <a:stretch/>
            </p:blipFill>
            <p:spPr>
              <a:xfrm>
                <a:off x="4255163" y="3411330"/>
                <a:ext cx="311922" cy="312531"/>
              </a:xfrm>
              <a:prstGeom prst="rect">
                <a:avLst/>
              </a:prstGeom>
              <a:noFill/>
              <a:ln>
                <a:noFill/>
              </a:ln>
            </p:spPr>
          </p:pic>
        </p:grpSp>
        <p:grpSp>
          <p:nvGrpSpPr>
            <p:cNvPr id="617" name="Google Shape;617;g32268d58d69_0_2870"/>
            <p:cNvGrpSpPr/>
            <p:nvPr/>
          </p:nvGrpSpPr>
          <p:grpSpPr>
            <a:xfrm>
              <a:off x="4182338" y="2092094"/>
              <a:ext cx="4367610" cy="3062887"/>
              <a:chOff x="3145659" y="1657350"/>
              <a:chExt cx="3488228" cy="2446200"/>
            </a:xfrm>
          </p:grpSpPr>
          <p:sp>
            <p:nvSpPr>
              <p:cNvPr id="618" name="Google Shape;618;g32268d58d69_0_2870"/>
              <p:cNvSpPr/>
              <p:nvPr/>
            </p:nvSpPr>
            <p:spPr>
              <a:xfrm>
                <a:off x="4495800" y="3867150"/>
                <a:ext cx="236400" cy="2364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grpSp>
            <p:nvGrpSpPr>
              <p:cNvPr id="619" name="Google Shape;619;g32268d58d69_0_2870"/>
              <p:cNvGrpSpPr/>
              <p:nvPr/>
            </p:nvGrpSpPr>
            <p:grpSpPr>
              <a:xfrm>
                <a:off x="4491265" y="3840389"/>
                <a:ext cx="229960" cy="245836"/>
                <a:chOff x="4491265" y="3840389"/>
                <a:chExt cx="229960" cy="245836"/>
              </a:xfrm>
            </p:grpSpPr>
            <p:pic>
              <p:nvPicPr>
                <p:cNvPr id="620" name="Google Shape;620;g32268d58d69_0_2870"/>
                <p:cNvPicPr preferRelativeResize="0"/>
                <p:nvPr/>
              </p:nvPicPr>
              <p:blipFill rotWithShape="1">
                <a:blip r:embed="rId13">
                  <a:alphaModFix/>
                </a:blip>
                <a:srcRect b="-8801" l="0" r="0" t="0"/>
                <a:stretch/>
              </p:blipFill>
              <p:spPr>
                <a:xfrm>
                  <a:off x="4491265" y="3840389"/>
                  <a:ext cx="195036" cy="156936"/>
                </a:xfrm>
                <a:prstGeom prst="rect">
                  <a:avLst/>
                </a:prstGeom>
                <a:noFill/>
                <a:ln>
                  <a:noFill/>
                </a:ln>
              </p:spPr>
            </p:pic>
            <p:pic>
              <p:nvPicPr>
                <p:cNvPr id="621" name="Google Shape;621;g32268d58d69_0_2870"/>
                <p:cNvPicPr preferRelativeResize="0"/>
                <p:nvPr/>
              </p:nvPicPr>
              <p:blipFill rotWithShape="1">
                <a:blip r:embed="rId14">
                  <a:alphaModFix/>
                </a:blip>
                <a:srcRect b="0" l="0" r="0" t="0"/>
                <a:stretch/>
              </p:blipFill>
              <p:spPr>
                <a:xfrm>
                  <a:off x="4508500" y="3990975"/>
                  <a:ext cx="212725" cy="95250"/>
                </a:xfrm>
                <a:prstGeom prst="rect">
                  <a:avLst/>
                </a:prstGeom>
                <a:noFill/>
                <a:ln>
                  <a:noFill/>
                </a:ln>
              </p:spPr>
            </p:pic>
          </p:grpSp>
          <p:grpSp>
            <p:nvGrpSpPr>
              <p:cNvPr id="622" name="Google Shape;622;g32268d58d69_0_2870"/>
              <p:cNvGrpSpPr/>
              <p:nvPr/>
            </p:nvGrpSpPr>
            <p:grpSpPr>
              <a:xfrm>
                <a:off x="3145659" y="1657350"/>
                <a:ext cx="3488228" cy="1803468"/>
                <a:chOff x="3145659" y="1657350"/>
                <a:chExt cx="3488228" cy="1803468"/>
              </a:xfrm>
            </p:grpSpPr>
            <p:grpSp>
              <p:nvGrpSpPr>
                <p:cNvPr id="623" name="Google Shape;623;g32268d58d69_0_2870"/>
                <p:cNvGrpSpPr/>
                <p:nvPr/>
              </p:nvGrpSpPr>
              <p:grpSpPr>
                <a:xfrm>
                  <a:off x="3145659" y="3221859"/>
                  <a:ext cx="236400" cy="236400"/>
                  <a:chOff x="3145659" y="3221859"/>
                  <a:chExt cx="236400" cy="236400"/>
                </a:xfrm>
              </p:grpSpPr>
              <p:sp>
                <p:nvSpPr>
                  <p:cNvPr id="624" name="Google Shape;624;g32268d58d69_0_2870"/>
                  <p:cNvSpPr/>
                  <p:nvPr/>
                </p:nvSpPr>
                <p:spPr>
                  <a:xfrm>
                    <a:off x="3145659" y="3221859"/>
                    <a:ext cx="236400" cy="2364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grpSp>
                <p:nvGrpSpPr>
                  <p:cNvPr id="625" name="Google Shape;625;g32268d58d69_0_2870"/>
                  <p:cNvGrpSpPr/>
                  <p:nvPr/>
                </p:nvGrpSpPr>
                <p:grpSpPr>
                  <a:xfrm>
                    <a:off x="3168652" y="3273425"/>
                    <a:ext cx="189105" cy="146481"/>
                    <a:chOff x="4259" y="2497"/>
                    <a:chExt cx="509" cy="394"/>
                  </a:xfrm>
                </p:grpSpPr>
                <p:sp>
                  <p:nvSpPr>
                    <p:cNvPr id="626" name="Google Shape;626;g32268d58d69_0_2870"/>
                    <p:cNvSpPr/>
                    <p:nvPr/>
                  </p:nvSpPr>
                  <p:spPr>
                    <a:xfrm>
                      <a:off x="4259" y="2605"/>
                      <a:ext cx="290" cy="178"/>
                    </a:xfrm>
                    <a:custGeom>
                      <a:rect b="b" l="l" r="r" t="t"/>
                      <a:pathLst>
                        <a:path extrusionOk="0" h="1272" w="2033">
                          <a:moveTo>
                            <a:pt x="1783" y="0"/>
                          </a:moveTo>
                          <a:cubicBezTo>
                            <a:pt x="1645" y="0"/>
                            <a:pt x="1533" y="112"/>
                            <a:pt x="1533" y="250"/>
                          </a:cubicBezTo>
                          <a:cubicBezTo>
                            <a:pt x="1533" y="299"/>
                            <a:pt x="1547" y="344"/>
                            <a:pt x="1571" y="383"/>
                          </a:cubicBezTo>
                          <a:cubicBezTo>
                            <a:pt x="1153" y="813"/>
                            <a:pt x="1153" y="813"/>
                            <a:pt x="1153" y="813"/>
                          </a:cubicBezTo>
                          <a:cubicBezTo>
                            <a:pt x="1114" y="787"/>
                            <a:pt x="1067" y="772"/>
                            <a:pt x="1017" y="772"/>
                          </a:cubicBezTo>
                          <a:cubicBezTo>
                            <a:pt x="962" y="772"/>
                            <a:pt x="911" y="790"/>
                            <a:pt x="869" y="820"/>
                          </a:cubicBezTo>
                          <a:cubicBezTo>
                            <a:pt x="455" y="393"/>
                            <a:pt x="455" y="393"/>
                            <a:pt x="455" y="393"/>
                          </a:cubicBezTo>
                          <a:cubicBezTo>
                            <a:pt x="484" y="352"/>
                            <a:pt x="500" y="303"/>
                            <a:pt x="500" y="250"/>
                          </a:cubicBezTo>
                          <a:cubicBezTo>
                            <a:pt x="500" y="112"/>
                            <a:pt x="388" y="0"/>
                            <a:pt x="250" y="0"/>
                          </a:cubicBezTo>
                          <a:cubicBezTo>
                            <a:pt x="112" y="0"/>
                            <a:pt x="0" y="112"/>
                            <a:pt x="0" y="250"/>
                          </a:cubicBezTo>
                          <a:cubicBezTo>
                            <a:pt x="0" y="388"/>
                            <a:pt x="112" y="500"/>
                            <a:pt x="250" y="500"/>
                          </a:cubicBezTo>
                          <a:cubicBezTo>
                            <a:pt x="296" y="500"/>
                            <a:pt x="338" y="488"/>
                            <a:pt x="375" y="467"/>
                          </a:cubicBezTo>
                          <a:cubicBezTo>
                            <a:pt x="797" y="903"/>
                            <a:pt x="797" y="903"/>
                            <a:pt x="797" y="903"/>
                          </a:cubicBezTo>
                          <a:cubicBezTo>
                            <a:pt x="778" y="938"/>
                            <a:pt x="767" y="979"/>
                            <a:pt x="767" y="1022"/>
                          </a:cubicBezTo>
                          <a:cubicBezTo>
                            <a:pt x="767" y="1160"/>
                            <a:pt x="879" y="1272"/>
                            <a:pt x="1017" y="1272"/>
                          </a:cubicBezTo>
                          <a:cubicBezTo>
                            <a:pt x="1155" y="1272"/>
                            <a:pt x="1267" y="1160"/>
                            <a:pt x="1267" y="1022"/>
                          </a:cubicBezTo>
                          <a:cubicBezTo>
                            <a:pt x="1267" y="974"/>
                            <a:pt x="1253" y="929"/>
                            <a:pt x="1229" y="891"/>
                          </a:cubicBezTo>
                          <a:cubicBezTo>
                            <a:pt x="1648" y="461"/>
                            <a:pt x="1648" y="461"/>
                            <a:pt x="1648" y="461"/>
                          </a:cubicBezTo>
                          <a:cubicBezTo>
                            <a:pt x="1687" y="485"/>
                            <a:pt x="1733" y="500"/>
                            <a:pt x="1783" y="500"/>
                          </a:cubicBezTo>
                          <a:cubicBezTo>
                            <a:pt x="1921" y="500"/>
                            <a:pt x="2033" y="388"/>
                            <a:pt x="2033" y="250"/>
                          </a:cubicBezTo>
                          <a:cubicBezTo>
                            <a:pt x="2033" y="112"/>
                            <a:pt x="1921" y="0"/>
                            <a:pt x="1783" y="0"/>
                          </a:cubicBezTo>
                          <a:close/>
                        </a:path>
                      </a:pathLst>
                    </a:custGeom>
                    <a:solidFill>
                      <a:schemeClr val="accent2"/>
                    </a:solidFill>
                    <a:ln>
                      <a:noFill/>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sp>
                  <p:nvSpPr>
                    <p:cNvPr id="627" name="Google Shape;627;g32268d58d69_0_2870"/>
                    <p:cNvSpPr/>
                    <p:nvPr/>
                  </p:nvSpPr>
                  <p:spPr>
                    <a:xfrm>
                      <a:off x="4480" y="2605"/>
                      <a:ext cx="288" cy="286"/>
                    </a:xfrm>
                    <a:custGeom>
                      <a:rect b="b" l="l" r="r" t="t"/>
                      <a:pathLst>
                        <a:path extrusionOk="0" h="2044" w="2020">
                          <a:moveTo>
                            <a:pt x="1770" y="0"/>
                          </a:moveTo>
                          <a:cubicBezTo>
                            <a:pt x="1632" y="0"/>
                            <a:pt x="1520" y="112"/>
                            <a:pt x="1520" y="250"/>
                          </a:cubicBezTo>
                          <a:cubicBezTo>
                            <a:pt x="1520" y="305"/>
                            <a:pt x="1538" y="357"/>
                            <a:pt x="1568" y="398"/>
                          </a:cubicBezTo>
                          <a:cubicBezTo>
                            <a:pt x="1152" y="821"/>
                            <a:pt x="1152" y="821"/>
                            <a:pt x="1152" y="821"/>
                          </a:cubicBezTo>
                          <a:cubicBezTo>
                            <a:pt x="1110" y="790"/>
                            <a:pt x="1059" y="772"/>
                            <a:pt x="1003" y="772"/>
                          </a:cubicBezTo>
                          <a:cubicBezTo>
                            <a:pt x="865" y="772"/>
                            <a:pt x="753" y="884"/>
                            <a:pt x="753" y="1022"/>
                          </a:cubicBezTo>
                          <a:cubicBezTo>
                            <a:pt x="753" y="1079"/>
                            <a:pt x="772" y="1132"/>
                            <a:pt x="805" y="1174"/>
                          </a:cubicBezTo>
                          <a:cubicBezTo>
                            <a:pt x="394" y="1590"/>
                            <a:pt x="394" y="1590"/>
                            <a:pt x="394" y="1590"/>
                          </a:cubicBezTo>
                          <a:cubicBezTo>
                            <a:pt x="354" y="1561"/>
                            <a:pt x="304" y="1544"/>
                            <a:pt x="250" y="1544"/>
                          </a:cubicBezTo>
                          <a:cubicBezTo>
                            <a:pt x="112" y="1544"/>
                            <a:pt x="0" y="1656"/>
                            <a:pt x="0" y="1794"/>
                          </a:cubicBezTo>
                          <a:cubicBezTo>
                            <a:pt x="0" y="1932"/>
                            <a:pt x="112" y="2044"/>
                            <a:pt x="250" y="2044"/>
                          </a:cubicBezTo>
                          <a:cubicBezTo>
                            <a:pt x="388" y="2044"/>
                            <a:pt x="500" y="1932"/>
                            <a:pt x="500" y="1794"/>
                          </a:cubicBezTo>
                          <a:cubicBezTo>
                            <a:pt x="500" y="1750"/>
                            <a:pt x="488" y="1708"/>
                            <a:pt x="468" y="1671"/>
                          </a:cubicBezTo>
                          <a:cubicBezTo>
                            <a:pt x="889" y="1244"/>
                            <a:pt x="889" y="1244"/>
                            <a:pt x="889" y="1244"/>
                          </a:cubicBezTo>
                          <a:cubicBezTo>
                            <a:pt x="923" y="1262"/>
                            <a:pt x="962" y="1272"/>
                            <a:pt x="1003" y="1272"/>
                          </a:cubicBezTo>
                          <a:cubicBezTo>
                            <a:pt x="1141" y="1272"/>
                            <a:pt x="1253" y="1160"/>
                            <a:pt x="1253" y="1022"/>
                          </a:cubicBezTo>
                          <a:cubicBezTo>
                            <a:pt x="1253" y="979"/>
                            <a:pt x="1243" y="939"/>
                            <a:pt x="1224" y="904"/>
                          </a:cubicBezTo>
                          <a:cubicBezTo>
                            <a:pt x="1651" y="470"/>
                            <a:pt x="1651" y="470"/>
                            <a:pt x="1651" y="470"/>
                          </a:cubicBezTo>
                          <a:cubicBezTo>
                            <a:pt x="1686" y="489"/>
                            <a:pt x="1727" y="500"/>
                            <a:pt x="1770" y="500"/>
                          </a:cubicBezTo>
                          <a:cubicBezTo>
                            <a:pt x="1908" y="500"/>
                            <a:pt x="2020" y="388"/>
                            <a:pt x="2020" y="250"/>
                          </a:cubicBezTo>
                          <a:cubicBezTo>
                            <a:pt x="2020" y="112"/>
                            <a:pt x="1908" y="0"/>
                            <a:pt x="1770" y="0"/>
                          </a:cubicBezTo>
                          <a:close/>
                        </a:path>
                      </a:pathLst>
                    </a:custGeom>
                    <a:solidFill>
                      <a:schemeClr val="accent1"/>
                    </a:solidFill>
                    <a:ln>
                      <a:noFill/>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sp>
                  <p:nvSpPr>
                    <p:cNvPr id="628" name="Google Shape;628;g32268d58d69_0_2870"/>
                    <p:cNvSpPr/>
                    <p:nvPr/>
                  </p:nvSpPr>
                  <p:spPr>
                    <a:xfrm>
                      <a:off x="4369" y="2497"/>
                      <a:ext cx="290" cy="286"/>
                    </a:xfrm>
                    <a:custGeom>
                      <a:rect b="b" l="l" r="r" t="t"/>
                      <a:pathLst>
                        <a:path extrusionOk="0" h="2044" w="2032">
                          <a:moveTo>
                            <a:pt x="1782" y="772"/>
                          </a:moveTo>
                          <a:cubicBezTo>
                            <a:pt x="1739" y="772"/>
                            <a:pt x="1698" y="783"/>
                            <a:pt x="1662" y="803"/>
                          </a:cubicBezTo>
                          <a:cubicBezTo>
                            <a:pt x="1244" y="377"/>
                            <a:pt x="1244" y="377"/>
                            <a:pt x="1244" y="377"/>
                          </a:cubicBezTo>
                          <a:cubicBezTo>
                            <a:pt x="1266" y="340"/>
                            <a:pt x="1279" y="296"/>
                            <a:pt x="1279" y="250"/>
                          </a:cubicBezTo>
                          <a:cubicBezTo>
                            <a:pt x="1279" y="112"/>
                            <a:pt x="1167" y="0"/>
                            <a:pt x="1029" y="0"/>
                          </a:cubicBezTo>
                          <a:cubicBezTo>
                            <a:pt x="891" y="0"/>
                            <a:pt x="779" y="112"/>
                            <a:pt x="779" y="250"/>
                          </a:cubicBezTo>
                          <a:cubicBezTo>
                            <a:pt x="779" y="299"/>
                            <a:pt x="793" y="344"/>
                            <a:pt x="817" y="383"/>
                          </a:cubicBezTo>
                          <a:cubicBezTo>
                            <a:pt x="383" y="810"/>
                            <a:pt x="383" y="810"/>
                            <a:pt x="383" y="810"/>
                          </a:cubicBezTo>
                          <a:cubicBezTo>
                            <a:pt x="344" y="786"/>
                            <a:pt x="299" y="772"/>
                            <a:pt x="250" y="772"/>
                          </a:cubicBezTo>
                          <a:cubicBezTo>
                            <a:pt x="112" y="772"/>
                            <a:pt x="0" y="884"/>
                            <a:pt x="0" y="1022"/>
                          </a:cubicBezTo>
                          <a:cubicBezTo>
                            <a:pt x="0" y="1160"/>
                            <a:pt x="112" y="1272"/>
                            <a:pt x="250" y="1272"/>
                          </a:cubicBezTo>
                          <a:cubicBezTo>
                            <a:pt x="388" y="1272"/>
                            <a:pt x="500" y="1160"/>
                            <a:pt x="500" y="1022"/>
                          </a:cubicBezTo>
                          <a:cubicBezTo>
                            <a:pt x="500" y="972"/>
                            <a:pt x="485" y="926"/>
                            <a:pt x="460" y="888"/>
                          </a:cubicBezTo>
                          <a:cubicBezTo>
                            <a:pt x="894" y="460"/>
                            <a:pt x="894" y="460"/>
                            <a:pt x="894" y="460"/>
                          </a:cubicBezTo>
                          <a:cubicBezTo>
                            <a:pt x="933" y="485"/>
                            <a:pt x="979" y="500"/>
                            <a:pt x="1029" y="500"/>
                          </a:cubicBezTo>
                          <a:cubicBezTo>
                            <a:pt x="1081" y="500"/>
                            <a:pt x="1129" y="484"/>
                            <a:pt x="1169" y="457"/>
                          </a:cubicBezTo>
                          <a:cubicBezTo>
                            <a:pt x="1580" y="875"/>
                            <a:pt x="1580" y="875"/>
                            <a:pt x="1580" y="875"/>
                          </a:cubicBezTo>
                          <a:cubicBezTo>
                            <a:pt x="1550" y="916"/>
                            <a:pt x="1532" y="967"/>
                            <a:pt x="1532" y="1022"/>
                          </a:cubicBezTo>
                          <a:cubicBezTo>
                            <a:pt x="1532" y="1071"/>
                            <a:pt x="1546" y="1116"/>
                            <a:pt x="1570" y="1154"/>
                          </a:cubicBezTo>
                          <a:cubicBezTo>
                            <a:pt x="1148" y="1581"/>
                            <a:pt x="1148" y="1581"/>
                            <a:pt x="1148" y="1581"/>
                          </a:cubicBezTo>
                          <a:cubicBezTo>
                            <a:pt x="1109" y="1558"/>
                            <a:pt x="1064" y="1544"/>
                            <a:pt x="1016" y="1544"/>
                          </a:cubicBezTo>
                          <a:cubicBezTo>
                            <a:pt x="878" y="1544"/>
                            <a:pt x="766" y="1656"/>
                            <a:pt x="766" y="1794"/>
                          </a:cubicBezTo>
                          <a:cubicBezTo>
                            <a:pt x="766" y="1932"/>
                            <a:pt x="878" y="2044"/>
                            <a:pt x="1016" y="2044"/>
                          </a:cubicBezTo>
                          <a:cubicBezTo>
                            <a:pt x="1154" y="2044"/>
                            <a:pt x="1266" y="1932"/>
                            <a:pt x="1266" y="1794"/>
                          </a:cubicBezTo>
                          <a:cubicBezTo>
                            <a:pt x="1266" y="1744"/>
                            <a:pt x="1251" y="1697"/>
                            <a:pt x="1226" y="1658"/>
                          </a:cubicBezTo>
                          <a:cubicBezTo>
                            <a:pt x="1647" y="1232"/>
                            <a:pt x="1647" y="1232"/>
                            <a:pt x="1647" y="1232"/>
                          </a:cubicBezTo>
                          <a:cubicBezTo>
                            <a:pt x="1686" y="1257"/>
                            <a:pt x="1732" y="1272"/>
                            <a:pt x="1782" y="1272"/>
                          </a:cubicBezTo>
                          <a:cubicBezTo>
                            <a:pt x="1920" y="1272"/>
                            <a:pt x="2032" y="1160"/>
                            <a:pt x="2032" y="1022"/>
                          </a:cubicBezTo>
                          <a:cubicBezTo>
                            <a:pt x="2032" y="884"/>
                            <a:pt x="1920" y="772"/>
                            <a:pt x="1782" y="772"/>
                          </a:cubicBezTo>
                          <a:close/>
                        </a:path>
                      </a:pathLst>
                    </a:custGeom>
                    <a:solidFill>
                      <a:schemeClr val="accent5"/>
                    </a:solidFill>
                    <a:ln>
                      <a:noFill/>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grpSp>
            </p:grpSp>
            <p:pic>
              <p:nvPicPr>
                <p:cNvPr id="629" name="Google Shape;629;g32268d58d69_0_2870"/>
                <p:cNvPicPr preferRelativeResize="0"/>
                <p:nvPr/>
              </p:nvPicPr>
              <p:blipFill rotWithShape="1">
                <a:blip r:embed="rId15">
                  <a:alphaModFix/>
                </a:blip>
                <a:srcRect b="0" l="0" r="0" t="0"/>
                <a:stretch/>
              </p:blipFill>
              <p:spPr>
                <a:xfrm>
                  <a:off x="3579282" y="2914835"/>
                  <a:ext cx="167573" cy="159753"/>
                </a:xfrm>
                <a:prstGeom prst="rect">
                  <a:avLst/>
                </a:prstGeom>
                <a:noFill/>
                <a:ln>
                  <a:noFill/>
                </a:ln>
              </p:spPr>
            </p:pic>
            <p:grpSp>
              <p:nvGrpSpPr>
                <p:cNvPr id="630" name="Google Shape;630;g32268d58d69_0_2870"/>
                <p:cNvGrpSpPr/>
                <p:nvPr/>
              </p:nvGrpSpPr>
              <p:grpSpPr>
                <a:xfrm>
                  <a:off x="3733800" y="2343150"/>
                  <a:ext cx="236400" cy="236400"/>
                  <a:chOff x="3733800" y="2343150"/>
                  <a:chExt cx="236400" cy="236400"/>
                </a:xfrm>
              </p:grpSpPr>
              <p:sp>
                <p:nvSpPr>
                  <p:cNvPr id="631" name="Google Shape;631;g32268d58d69_0_2870"/>
                  <p:cNvSpPr/>
                  <p:nvPr/>
                </p:nvSpPr>
                <p:spPr>
                  <a:xfrm>
                    <a:off x="3733800" y="2343150"/>
                    <a:ext cx="236400" cy="2364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32" name="Google Shape;632;g32268d58d69_0_2870"/>
                  <p:cNvPicPr preferRelativeResize="0"/>
                  <p:nvPr/>
                </p:nvPicPr>
                <p:blipFill rotWithShape="1">
                  <a:blip r:embed="rId16">
                    <a:alphaModFix/>
                  </a:blip>
                  <a:srcRect b="0" l="0" r="0" t="0"/>
                  <a:stretch/>
                </p:blipFill>
                <p:spPr>
                  <a:xfrm>
                    <a:off x="3740438" y="2426435"/>
                    <a:ext cx="209261" cy="78473"/>
                  </a:xfrm>
                  <a:prstGeom prst="rect">
                    <a:avLst/>
                  </a:prstGeom>
                  <a:noFill/>
                  <a:ln>
                    <a:noFill/>
                  </a:ln>
                </p:spPr>
              </p:pic>
            </p:grpSp>
            <p:grpSp>
              <p:nvGrpSpPr>
                <p:cNvPr id="633" name="Google Shape;633;g32268d58d69_0_2870"/>
                <p:cNvGrpSpPr/>
                <p:nvPr/>
              </p:nvGrpSpPr>
              <p:grpSpPr>
                <a:xfrm>
                  <a:off x="4724400" y="2266950"/>
                  <a:ext cx="236400" cy="236400"/>
                  <a:chOff x="4724400" y="2266950"/>
                  <a:chExt cx="236400" cy="236400"/>
                </a:xfrm>
              </p:grpSpPr>
              <p:sp>
                <p:nvSpPr>
                  <p:cNvPr id="634" name="Google Shape;634;g32268d58d69_0_2870"/>
                  <p:cNvSpPr/>
                  <p:nvPr/>
                </p:nvSpPr>
                <p:spPr>
                  <a:xfrm>
                    <a:off x="4724400" y="2266950"/>
                    <a:ext cx="236400" cy="236400"/>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35" name="Google Shape;635;g32268d58d69_0_2870"/>
                  <p:cNvPicPr preferRelativeResize="0"/>
                  <p:nvPr/>
                </p:nvPicPr>
                <p:blipFill rotWithShape="1">
                  <a:blip r:embed="rId17">
                    <a:alphaModFix/>
                  </a:blip>
                  <a:srcRect b="0" l="0" r="0" t="0"/>
                  <a:stretch/>
                </p:blipFill>
                <p:spPr>
                  <a:xfrm>
                    <a:off x="4785218" y="2282825"/>
                    <a:ext cx="106245" cy="194251"/>
                  </a:xfrm>
                  <a:prstGeom prst="rect">
                    <a:avLst/>
                  </a:prstGeom>
                  <a:noFill/>
                  <a:ln>
                    <a:noFill/>
                  </a:ln>
                </p:spPr>
              </p:pic>
            </p:grpSp>
            <p:grpSp>
              <p:nvGrpSpPr>
                <p:cNvPr id="636" name="Google Shape;636;g32268d58d69_0_2870"/>
                <p:cNvGrpSpPr/>
                <p:nvPr/>
              </p:nvGrpSpPr>
              <p:grpSpPr>
                <a:xfrm>
                  <a:off x="4876800" y="1657350"/>
                  <a:ext cx="236400" cy="236400"/>
                  <a:chOff x="4876800" y="1657350"/>
                  <a:chExt cx="236400" cy="236400"/>
                </a:xfrm>
              </p:grpSpPr>
              <p:sp>
                <p:nvSpPr>
                  <p:cNvPr id="637" name="Google Shape;637;g32268d58d69_0_2870"/>
                  <p:cNvSpPr/>
                  <p:nvPr/>
                </p:nvSpPr>
                <p:spPr>
                  <a:xfrm>
                    <a:off x="4876800" y="1657350"/>
                    <a:ext cx="236400" cy="2364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38" name="Google Shape;638;g32268d58d69_0_2870"/>
                  <p:cNvPicPr preferRelativeResize="0"/>
                  <p:nvPr/>
                </p:nvPicPr>
                <p:blipFill rotWithShape="1">
                  <a:blip r:embed="rId18">
                    <a:alphaModFix/>
                  </a:blip>
                  <a:srcRect b="0" l="0" r="0" t="0"/>
                  <a:stretch/>
                </p:blipFill>
                <p:spPr>
                  <a:xfrm>
                    <a:off x="4901202" y="1725941"/>
                    <a:ext cx="191498" cy="97358"/>
                  </a:xfrm>
                  <a:prstGeom prst="rect">
                    <a:avLst/>
                  </a:prstGeom>
                  <a:noFill/>
                  <a:ln>
                    <a:noFill/>
                  </a:ln>
                </p:spPr>
              </p:pic>
            </p:grpSp>
            <p:grpSp>
              <p:nvGrpSpPr>
                <p:cNvPr id="639" name="Google Shape;639;g32268d58d69_0_2870"/>
                <p:cNvGrpSpPr/>
                <p:nvPr/>
              </p:nvGrpSpPr>
              <p:grpSpPr>
                <a:xfrm>
                  <a:off x="5334000" y="2571750"/>
                  <a:ext cx="236400" cy="236400"/>
                  <a:chOff x="5334000" y="2571750"/>
                  <a:chExt cx="236400" cy="236400"/>
                </a:xfrm>
              </p:grpSpPr>
              <p:sp>
                <p:nvSpPr>
                  <p:cNvPr id="640" name="Google Shape;640;g32268d58d69_0_2870"/>
                  <p:cNvSpPr/>
                  <p:nvPr/>
                </p:nvSpPr>
                <p:spPr>
                  <a:xfrm>
                    <a:off x="5334000" y="2571750"/>
                    <a:ext cx="236400" cy="236400"/>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41" name="Google Shape;641;g32268d58d69_0_2870"/>
                  <p:cNvPicPr preferRelativeResize="0"/>
                  <p:nvPr/>
                </p:nvPicPr>
                <p:blipFill rotWithShape="1">
                  <a:blip r:embed="rId19">
                    <a:alphaModFix/>
                  </a:blip>
                  <a:srcRect b="0" l="0" r="0" t="0"/>
                  <a:stretch/>
                </p:blipFill>
                <p:spPr>
                  <a:xfrm>
                    <a:off x="5354413" y="2629269"/>
                    <a:ext cx="195657" cy="120281"/>
                  </a:xfrm>
                  <a:prstGeom prst="rect">
                    <a:avLst/>
                  </a:prstGeom>
                  <a:noFill/>
                  <a:ln>
                    <a:noFill/>
                  </a:ln>
                </p:spPr>
              </p:pic>
            </p:grpSp>
            <p:grpSp>
              <p:nvGrpSpPr>
                <p:cNvPr id="642" name="Google Shape;642;g32268d58d69_0_2870"/>
                <p:cNvGrpSpPr/>
                <p:nvPr/>
              </p:nvGrpSpPr>
              <p:grpSpPr>
                <a:xfrm>
                  <a:off x="6137944" y="2465522"/>
                  <a:ext cx="495943" cy="733567"/>
                  <a:chOff x="6137944" y="2465522"/>
                  <a:chExt cx="495943" cy="733567"/>
                </a:xfrm>
              </p:grpSpPr>
              <p:sp>
                <p:nvSpPr>
                  <p:cNvPr id="643" name="Google Shape;643;g32268d58d69_0_2870"/>
                  <p:cNvSpPr/>
                  <p:nvPr/>
                </p:nvSpPr>
                <p:spPr>
                  <a:xfrm>
                    <a:off x="6397487" y="2962689"/>
                    <a:ext cx="236400" cy="236400"/>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44" name="Google Shape;644;g32268d58d69_0_2870"/>
                  <p:cNvPicPr preferRelativeResize="0"/>
                  <p:nvPr/>
                </p:nvPicPr>
                <p:blipFill rotWithShape="1">
                  <a:blip r:embed="rId20">
                    <a:alphaModFix/>
                  </a:blip>
                  <a:srcRect b="0" l="0" r="0" t="0"/>
                  <a:stretch/>
                </p:blipFill>
                <p:spPr>
                  <a:xfrm>
                    <a:off x="6137944" y="2465522"/>
                    <a:ext cx="395257" cy="395257"/>
                  </a:xfrm>
                  <a:prstGeom prst="rect">
                    <a:avLst/>
                  </a:prstGeom>
                  <a:noFill/>
                  <a:ln>
                    <a:noFill/>
                  </a:ln>
                </p:spPr>
              </p:pic>
            </p:grpSp>
            <p:grpSp>
              <p:nvGrpSpPr>
                <p:cNvPr id="645" name="Google Shape;645;g32268d58d69_0_2870"/>
                <p:cNvGrpSpPr/>
                <p:nvPr/>
              </p:nvGrpSpPr>
              <p:grpSpPr>
                <a:xfrm>
                  <a:off x="4442456" y="2472009"/>
                  <a:ext cx="1701101" cy="988809"/>
                  <a:chOff x="4442456" y="2472009"/>
                  <a:chExt cx="1701101" cy="988809"/>
                </a:xfrm>
              </p:grpSpPr>
              <p:sp>
                <p:nvSpPr>
                  <p:cNvPr id="646" name="Google Shape;646;g32268d58d69_0_2870"/>
                  <p:cNvSpPr/>
                  <p:nvPr/>
                </p:nvSpPr>
                <p:spPr>
                  <a:xfrm>
                    <a:off x="5907157" y="3224418"/>
                    <a:ext cx="236400" cy="236400"/>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47" name="Google Shape;647;g32268d58d69_0_2870"/>
                  <p:cNvPicPr preferRelativeResize="0"/>
                  <p:nvPr/>
                </p:nvPicPr>
                <p:blipFill rotWithShape="1">
                  <a:blip r:embed="rId21">
                    <a:alphaModFix/>
                  </a:blip>
                  <a:srcRect b="0" l="0" r="0" t="0"/>
                  <a:stretch/>
                </p:blipFill>
                <p:spPr>
                  <a:xfrm>
                    <a:off x="4442456" y="2472009"/>
                    <a:ext cx="227099" cy="227099"/>
                  </a:xfrm>
                  <a:prstGeom prst="rect">
                    <a:avLst/>
                  </a:prstGeom>
                  <a:noFill/>
                  <a:ln>
                    <a:noFill/>
                  </a:ln>
                </p:spPr>
              </p:pic>
            </p:grpSp>
            <p:grpSp>
              <p:nvGrpSpPr>
                <p:cNvPr id="648" name="Google Shape;648;g32268d58d69_0_2870"/>
                <p:cNvGrpSpPr/>
                <p:nvPr/>
              </p:nvGrpSpPr>
              <p:grpSpPr>
                <a:xfrm>
                  <a:off x="6055056" y="2003094"/>
                  <a:ext cx="236400" cy="236400"/>
                  <a:chOff x="6055056" y="2003094"/>
                  <a:chExt cx="236400" cy="236400"/>
                </a:xfrm>
              </p:grpSpPr>
              <p:sp>
                <p:nvSpPr>
                  <p:cNvPr id="649" name="Google Shape;649;g32268d58d69_0_2870"/>
                  <p:cNvSpPr/>
                  <p:nvPr/>
                </p:nvSpPr>
                <p:spPr>
                  <a:xfrm>
                    <a:off x="6055056" y="2003094"/>
                    <a:ext cx="236400" cy="236400"/>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50" name="Google Shape;650;g32268d58d69_0_2870"/>
                  <p:cNvPicPr preferRelativeResize="0"/>
                  <p:nvPr/>
                </p:nvPicPr>
                <p:blipFill rotWithShape="1">
                  <a:blip r:embed="rId22">
                    <a:alphaModFix/>
                  </a:blip>
                  <a:srcRect b="0" l="0" r="0" t="0"/>
                  <a:stretch/>
                </p:blipFill>
                <p:spPr>
                  <a:xfrm>
                    <a:off x="6077294" y="2024564"/>
                    <a:ext cx="197940" cy="169362"/>
                  </a:xfrm>
                  <a:prstGeom prst="rect">
                    <a:avLst/>
                  </a:prstGeom>
                  <a:noFill/>
                  <a:ln>
                    <a:noFill/>
                  </a:ln>
                </p:spPr>
              </p:pic>
            </p:grpSp>
            <p:grpSp>
              <p:nvGrpSpPr>
                <p:cNvPr id="651" name="Google Shape;651;g32268d58d69_0_2870"/>
                <p:cNvGrpSpPr/>
                <p:nvPr/>
              </p:nvGrpSpPr>
              <p:grpSpPr>
                <a:xfrm>
                  <a:off x="4114800" y="2724150"/>
                  <a:ext cx="236400" cy="236400"/>
                  <a:chOff x="4114800" y="2724150"/>
                  <a:chExt cx="236400" cy="236400"/>
                </a:xfrm>
              </p:grpSpPr>
              <p:sp>
                <p:nvSpPr>
                  <p:cNvPr id="652" name="Google Shape;652;g32268d58d69_0_2870"/>
                  <p:cNvSpPr/>
                  <p:nvPr/>
                </p:nvSpPr>
                <p:spPr>
                  <a:xfrm>
                    <a:off x="4114800" y="2724150"/>
                    <a:ext cx="236400" cy="2364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53" name="Google Shape;653;g32268d58d69_0_2870"/>
                  <p:cNvPicPr preferRelativeResize="0"/>
                  <p:nvPr/>
                </p:nvPicPr>
                <p:blipFill rotWithShape="1">
                  <a:blip r:embed="rId23">
                    <a:alphaModFix/>
                  </a:blip>
                  <a:srcRect b="0" l="0" r="0" t="0"/>
                  <a:stretch/>
                </p:blipFill>
                <p:spPr>
                  <a:xfrm>
                    <a:off x="4152900" y="2752725"/>
                    <a:ext cx="155336" cy="174626"/>
                  </a:xfrm>
                  <a:prstGeom prst="rect">
                    <a:avLst/>
                  </a:prstGeom>
                  <a:noFill/>
                  <a:ln>
                    <a:noFill/>
                  </a:ln>
                </p:spPr>
              </p:pic>
            </p:grpSp>
          </p:grpSp>
        </p:grpSp>
        <p:grpSp>
          <p:nvGrpSpPr>
            <p:cNvPr id="654" name="Google Shape;654;g32268d58d69_0_2870"/>
            <p:cNvGrpSpPr/>
            <p:nvPr/>
          </p:nvGrpSpPr>
          <p:grpSpPr>
            <a:xfrm>
              <a:off x="3118630" y="1869789"/>
              <a:ext cx="5121448" cy="2348499"/>
              <a:chOff x="2296123" y="1479805"/>
              <a:chExt cx="4090287" cy="1875648"/>
            </a:xfrm>
          </p:grpSpPr>
          <p:grpSp>
            <p:nvGrpSpPr>
              <p:cNvPr id="655" name="Google Shape;655;g32268d58d69_0_2870"/>
              <p:cNvGrpSpPr/>
              <p:nvPr/>
            </p:nvGrpSpPr>
            <p:grpSpPr>
              <a:xfrm>
                <a:off x="2763087" y="1676072"/>
                <a:ext cx="907244" cy="449412"/>
                <a:chOff x="2763087" y="1810826"/>
                <a:chExt cx="907244" cy="449412"/>
              </a:xfrm>
            </p:grpSpPr>
            <p:sp>
              <p:nvSpPr>
                <p:cNvPr id="656" name="Google Shape;656;g32268d58d69_0_2870"/>
                <p:cNvSpPr/>
                <p:nvPr/>
              </p:nvSpPr>
              <p:spPr>
                <a:xfrm>
                  <a:off x="2763087" y="1810826"/>
                  <a:ext cx="907244" cy="449412"/>
                </a:xfrm>
                <a:custGeom>
                  <a:rect b="b" l="l" r="r" t="t"/>
                  <a:pathLst>
                    <a:path extrusionOk="0" h="409487" w="826646">
                      <a:moveTo>
                        <a:pt x="501088" y="0"/>
                      </a:moveTo>
                      <a:cubicBezTo>
                        <a:pt x="602589" y="0"/>
                        <a:pt x="602589" y="0"/>
                        <a:pt x="602589" y="0"/>
                      </a:cubicBezTo>
                      <a:cubicBezTo>
                        <a:pt x="653339" y="0"/>
                        <a:pt x="693214" y="39938"/>
                        <a:pt x="693214" y="87137"/>
                      </a:cubicBezTo>
                      <a:lnTo>
                        <a:pt x="687399" y="116636"/>
                      </a:lnTo>
                      <a:lnTo>
                        <a:pt x="714831" y="122059"/>
                      </a:lnTo>
                      <a:cubicBezTo>
                        <a:pt x="747464" y="135675"/>
                        <a:pt x="769899" y="167670"/>
                        <a:pt x="769899" y="205792"/>
                      </a:cubicBezTo>
                      <a:lnTo>
                        <a:pt x="763447" y="236587"/>
                      </a:lnTo>
                      <a:lnTo>
                        <a:pt x="773111" y="238618"/>
                      </a:lnTo>
                      <a:cubicBezTo>
                        <a:pt x="804212" y="252233"/>
                        <a:pt x="826646" y="284228"/>
                        <a:pt x="826646" y="322350"/>
                      </a:cubicBezTo>
                      <a:cubicBezTo>
                        <a:pt x="826646" y="369550"/>
                        <a:pt x="786764" y="409487"/>
                        <a:pt x="739631" y="409487"/>
                      </a:cubicBezTo>
                      <a:cubicBezTo>
                        <a:pt x="87015" y="409487"/>
                        <a:pt x="87015" y="409487"/>
                        <a:pt x="87015" y="409487"/>
                      </a:cubicBezTo>
                      <a:cubicBezTo>
                        <a:pt x="39882" y="409487"/>
                        <a:pt x="0" y="369550"/>
                        <a:pt x="0" y="322350"/>
                      </a:cubicBezTo>
                      <a:cubicBezTo>
                        <a:pt x="0" y="271521"/>
                        <a:pt x="39882" y="231583"/>
                        <a:pt x="87015" y="231583"/>
                      </a:cubicBezTo>
                      <a:lnTo>
                        <a:pt x="187867" y="231583"/>
                      </a:lnTo>
                      <a:lnTo>
                        <a:pt x="182506" y="205792"/>
                      </a:lnTo>
                      <a:cubicBezTo>
                        <a:pt x="182506" y="154963"/>
                        <a:pt x="222391" y="115025"/>
                        <a:pt x="269527" y="115025"/>
                      </a:cubicBezTo>
                      <a:cubicBezTo>
                        <a:pt x="320743" y="115025"/>
                        <a:pt x="365557" y="115025"/>
                        <a:pt x="404769" y="115025"/>
                      </a:cubicBezTo>
                      <a:lnTo>
                        <a:pt x="419542" y="115025"/>
                      </a:lnTo>
                      <a:lnTo>
                        <a:pt x="414088" y="87137"/>
                      </a:lnTo>
                      <a:cubicBezTo>
                        <a:pt x="414088" y="39938"/>
                        <a:pt x="453963" y="0"/>
                        <a:pt x="501088" y="0"/>
                      </a:cubicBezTo>
                      <a:close/>
                    </a:path>
                  </a:pathLst>
                </a:custGeom>
                <a:solidFill>
                  <a:schemeClr val="lt2"/>
                </a:solidFill>
                <a:ln cap="flat" cmpd="sng" w="9525">
                  <a:solidFill>
                    <a:schemeClr val="lt1"/>
                  </a:solidFill>
                  <a:prstDash val="solid"/>
                  <a:round/>
                  <a:headEnd len="sm" w="sm" type="none"/>
                  <a:tailEnd len="sm" w="sm" type="none"/>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pic>
              <p:nvPicPr>
                <p:cNvPr id="657" name="Google Shape;657;g32268d58d69_0_2870"/>
                <p:cNvPicPr preferRelativeResize="0"/>
                <p:nvPr/>
              </p:nvPicPr>
              <p:blipFill rotWithShape="1">
                <a:blip r:embed="rId24">
                  <a:alphaModFix/>
                </a:blip>
                <a:srcRect b="0" l="0" r="0" t="0"/>
                <a:stretch/>
              </p:blipFill>
              <p:spPr>
                <a:xfrm>
                  <a:off x="3121572" y="1936667"/>
                  <a:ext cx="407578" cy="268538"/>
                </a:xfrm>
                <a:prstGeom prst="rect">
                  <a:avLst/>
                </a:prstGeom>
                <a:noFill/>
                <a:ln>
                  <a:noFill/>
                </a:ln>
              </p:spPr>
            </p:pic>
          </p:grpSp>
          <p:grpSp>
            <p:nvGrpSpPr>
              <p:cNvPr id="658" name="Google Shape;658;g32268d58d69_0_2870"/>
              <p:cNvGrpSpPr/>
              <p:nvPr/>
            </p:nvGrpSpPr>
            <p:grpSpPr>
              <a:xfrm>
                <a:off x="5359695" y="1479805"/>
                <a:ext cx="907244" cy="449412"/>
                <a:chOff x="5359695" y="1479805"/>
                <a:chExt cx="907244" cy="449412"/>
              </a:xfrm>
            </p:grpSpPr>
            <p:sp>
              <p:nvSpPr>
                <p:cNvPr id="659" name="Google Shape;659;g32268d58d69_0_2870"/>
                <p:cNvSpPr/>
                <p:nvPr/>
              </p:nvSpPr>
              <p:spPr>
                <a:xfrm>
                  <a:off x="5359695" y="1479805"/>
                  <a:ext cx="907244" cy="449412"/>
                </a:xfrm>
                <a:custGeom>
                  <a:rect b="b" l="l" r="r" t="t"/>
                  <a:pathLst>
                    <a:path extrusionOk="0" h="409487" w="826646">
                      <a:moveTo>
                        <a:pt x="501088" y="0"/>
                      </a:moveTo>
                      <a:cubicBezTo>
                        <a:pt x="602589" y="0"/>
                        <a:pt x="602589" y="0"/>
                        <a:pt x="602589" y="0"/>
                      </a:cubicBezTo>
                      <a:cubicBezTo>
                        <a:pt x="653339" y="0"/>
                        <a:pt x="693214" y="39938"/>
                        <a:pt x="693214" y="87137"/>
                      </a:cubicBezTo>
                      <a:lnTo>
                        <a:pt x="687399" y="116636"/>
                      </a:lnTo>
                      <a:lnTo>
                        <a:pt x="714831" y="122059"/>
                      </a:lnTo>
                      <a:cubicBezTo>
                        <a:pt x="747464" y="135675"/>
                        <a:pt x="769899" y="167670"/>
                        <a:pt x="769899" y="205792"/>
                      </a:cubicBezTo>
                      <a:lnTo>
                        <a:pt x="763447" y="236587"/>
                      </a:lnTo>
                      <a:lnTo>
                        <a:pt x="773111" y="238618"/>
                      </a:lnTo>
                      <a:cubicBezTo>
                        <a:pt x="804212" y="252233"/>
                        <a:pt x="826646" y="284228"/>
                        <a:pt x="826646" y="322350"/>
                      </a:cubicBezTo>
                      <a:cubicBezTo>
                        <a:pt x="826646" y="369550"/>
                        <a:pt x="786764" y="409487"/>
                        <a:pt x="739631" y="409487"/>
                      </a:cubicBezTo>
                      <a:cubicBezTo>
                        <a:pt x="87015" y="409487"/>
                        <a:pt x="87015" y="409487"/>
                        <a:pt x="87015" y="409487"/>
                      </a:cubicBezTo>
                      <a:cubicBezTo>
                        <a:pt x="39882" y="409487"/>
                        <a:pt x="0" y="369550"/>
                        <a:pt x="0" y="322350"/>
                      </a:cubicBezTo>
                      <a:cubicBezTo>
                        <a:pt x="0" y="271521"/>
                        <a:pt x="39882" y="231583"/>
                        <a:pt x="87015" y="231583"/>
                      </a:cubicBezTo>
                      <a:lnTo>
                        <a:pt x="187867" y="231583"/>
                      </a:lnTo>
                      <a:lnTo>
                        <a:pt x="182506" y="205792"/>
                      </a:lnTo>
                      <a:cubicBezTo>
                        <a:pt x="182506" y="154963"/>
                        <a:pt x="222391" y="115025"/>
                        <a:pt x="269527" y="115025"/>
                      </a:cubicBezTo>
                      <a:cubicBezTo>
                        <a:pt x="320743" y="115025"/>
                        <a:pt x="365557" y="115025"/>
                        <a:pt x="404769" y="115025"/>
                      </a:cubicBezTo>
                      <a:lnTo>
                        <a:pt x="419542" y="115025"/>
                      </a:lnTo>
                      <a:lnTo>
                        <a:pt x="414088" y="87137"/>
                      </a:lnTo>
                      <a:cubicBezTo>
                        <a:pt x="414088" y="39938"/>
                        <a:pt x="453963" y="0"/>
                        <a:pt x="501088" y="0"/>
                      </a:cubicBezTo>
                      <a:close/>
                    </a:path>
                  </a:pathLst>
                </a:custGeom>
                <a:solidFill>
                  <a:schemeClr val="lt2"/>
                </a:solidFill>
                <a:ln cap="flat" cmpd="sng" w="9525">
                  <a:solidFill>
                    <a:schemeClr val="lt1"/>
                  </a:solidFill>
                  <a:prstDash val="solid"/>
                  <a:round/>
                  <a:headEnd len="sm" w="sm" type="none"/>
                  <a:tailEnd len="sm" w="sm" type="none"/>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pic>
              <p:nvPicPr>
                <p:cNvPr id="660" name="Google Shape;660;g32268d58d69_0_2870"/>
                <p:cNvPicPr preferRelativeResize="0"/>
                <p:nvPr/>
              </p:nvPicPr>
              <p:blipFill rotWithShape="1">
                <a:blip r:embed="rId25">
                  <a:alphaModFix/>
                </a:blip>
                <a:srcRect b="0" l="0" r="0" t="0"/>
                <a:stretch/>
              </p:blipFill>
              <p:spPr>
                <a:xfrm>
                  <a:off x="5609556" y="1691134"/>
                  <a:ext cx="543414" cy="171461"/>
                </a:xfrm>
                <a:prstGeom prst="rect">
                  <a:avLst/>
                </a:prstGeom>
                <a:noFill/>
                <a:ln>
                  <a:noFill/>
                </a:ln>
              </p:spPr>
            </p:pic>
          </p:grpSp>
          <p:grpSp>
            <p:nvGrpSpPr>
              <p:cNvPr id="661" name="Google Shape;661;g32268d58d69_0_2870"/>
              <p:cNvGrpSpPr/>
              <p:nvPr/>
            </p:nvGrpSpPr>
            <p:grpSpPr>
              <a:xfrm>
                <a:off x="4551708" y="2875166"/>
                <a:ext cx="961823" cy="480287"/>
                <a:chOff x="4482134" y="2904983"/>
                <a:chExt cx="961823" cy="480287"/>
              </a:xfrm>
            </p:grpSpPr>
            <p:sp>
              <p:nvSpPr>
                <p:cNvPr id="662" name="Google Shape;662;g32268d58d69_0_2870"/>
                <p:cNvSpPr/>
                <p:nvPr/>
              </p:nvSpPr>
              <p:spPr>
                <a:xfrm>
                  <a:off x="4482134" y="2904983"/>
                  <a:ext cx="907244" cy="449412"/>
                </a:xfrm>
                <a:custGeom>
                  <a:rect b="b" l="l" r="r" t="t"/>
                  <a:pathLst>
                    <a:path extrusionOk="0" h="409487" w="826646">
                      <a:moveTo>
                        <a:pt x="501088" y="0"/>
                      </a:moveTo>
                      <a:cubicBezTo>
                        <a:pt x="602589" y="0"/>
                        <a:pt x="602589" y="0"/>
                        <a:pt x="602589" y="0"/>
                      </a:cubicBezTo>
                      <a:cubicBezTo>
                        <a:pt x="653339" y="0"/>
                        <a:pt x="693214" y="39938"/>
                        <a:pt x="693214" y="87137"/>
                      </a:cubicBezTo>
                      <a:lnTo>
                        <a:pt x="687399" y="116636"/>
                      </a:lnTo>
                      <a:lnTo>
                        <a:pt x="714831" y="122059"/>
                      </a:lnTo>
                      <a:cubicBezTo>
                        <a:pt x="747464" y="135675"/>
                        <a:pt x="769899" y="167670"/>
                        <a:pt x="769899" y="205792"/>
                      </a:cubicBezTo>
                      <a:lnTo>
                        <a:pt x="763447" y="236587"/>
                      </a:lnTo>
                      <a:lnTo>
                        <a:pt x="773111" y="238618"/>
                      </a:lnTo>
                      <a:cubicBezTo>
                        <a:pt x="804212" y="252233"/>
                        <a:pt x="826646" y="284228"/>
                        <a:pt x="826646" y="322350"/>
                      </a:cubicBezTo>
                      <a:cubicBezTo>
                        <a:pt x="826646" y="369550"/>
                        <a:pt x="786764" y="409487"/>
                        <a:pt x="739631" y="409487"/>
                      </a:cubicBezTo>
                      <a:cubicBezTo>
                        <a:pt x="87015" y="409487"/>
                        <a:pt x="87015" y="409487"/>
                        <a:pt x="87015" y="409487"/>
                      </a:cubicBezTo>
                      <a:cubicBezTo>
                        <a:pt x="39882" y="409487"/>
                        <a:pt x="0" y="369550"/>
                        <a:pt x="0" y="322350"/>
                      </a:cubicBezTo>
                      <a:cubicBezTo>
                        <a:pt x="0" y="271521"/>
                        <a:pt x="39882" y="231583"/>
                        <a:pt x="87015" y="231583"/>
                      </a:cubicBezTo>
                      <a:lnTo>
                        <a:pt x="187867" y="231583"/>
                      </a:lnTo>
                      <a:lnTo>
                        <a:pt x="182506" y="205792"/>
                      </a:lnTo>
                      <a:cubicBezTo>
                        <a:pt x="182506" y="154963"/>
                        <a:pt x="222391" y="115025"/>
                        <a:pt x="269527" y="115025"/>
                      </a:cubicBezTo>
                      <a:cubicBezTo>
                        <a:pt x="320743" y="115025"/>
                        <a:pt x="365557" y="115025"/>
                        <a:pt x="404769" y="115025"/>
                      </a:cubicBezTo>
                      <a:lnTo>
                        <a:pt x="419542" y="115025"/>
                      </a:lnTo>
                      <a:lnTo>
                        <a:pt x="414088" y="87137"/>
                      </a:lnTo>
                      <a:cubicBezTo>
                        <a:pt x="414088" y="39938"/>
                        <a:pt x="453963" y="0"/>
                        <a:pt x="501088" y="0"/>
                      </a:cubicBezTo>
                      <a:close/>
                    </a:path>
                  </a:pathLst>
                </a:custGeom>
                <a:solidFill>
                  <a:schemeClr val="lt1"/>
                </a:solidFill>
                <a:ln cap="flat" cmpd="sng" w="9525">
                  <a:solidFill>
                    <a:schemeClr val="lt1"/>
                  </a:solidFill>
                  <a:prstDash val="solid"/>
                  <a:round/>
                  <a:headEnd len="sm" w="sm" type="none"/>
                  <a:tailEnd len="sm" w="sm" type="none"/>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pic>
              <p:nvPicPr>
                <p:cNvPr id="663" name="Google Shape;663;g32268d58d69_0_2870"/>
                <p:cNvPicPr preferRelativeResize="0"/>
                <p:nvPr/>
              </p:nvPicPr>
              <p:blipFill rotWithShape="1">
                <a:blip r:embed="rId26">
                  <a:alphaModFix/>
                </a:blip>
                <a:srcRect b="0" l="0" r="0" t="0"/>
                <a:stretch/>
              </p:blipFill>
              <p:spPr>
                <a:xfrm>
                  <a:off x="4691835" y="2962828"/>
                  <a:ext cx="752122" cy="422442"/>
                </a:xfrm>
                <a:prstGeom prst="rect">
                  <a:avLst/>
                </a:prstGeom>
                <a:noFill/>
                <a:ln>
                  <a:noFill/>
                </a:ln>
              </p:spPr>
            </p:pic>
          </p:grpSp>
          <p:grpSp>
            <p:nvGrpSpPr>
              <p:cNvPr id="664" name="Google Shape;664;g32268d58d69_0_2870"/>
              <p:cNvGrpSpPr/>
              <p:nvPr/>
            </p:nvGrpSpPr>
            <p:grpSpPr>
              <a:xfrm>
                <a:off x="5586310" y="2773018"/>
                <a:ext cx="800100" cy="330117"/>
                <a:chOff x="5586310" y="2773018"/>
                <a:chExt cx="800100" cy="330117"/>
              </a:xfrm>
            </p:grpSpPr>
            <p:sp>
              <p:nvSpPr>
                <p:cNvPr id="665" name="Google Shape;665;g32268d58d69_0_2870"/>
                <p:cNvSpPr/>
                <p:nvPr/>
              </p:nvSpPr>
              <p:spPr>
                <a:xfrm>
                  <a:off x="5605670" y="2773018"/>
                  <a:ext cx="725700" cy="318000"/>
                </a:xfrm>
                <a:prstGeom prst="roundRect">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66" name="Google Shape;666;g32268d58d69_0_2870"/>
                <p:cNvPicPr preferRelativeResize="0"/>
                <p:nvPr/>
              </p:nvPicPr>
              <p:blipFill rotWithShape="1">
                <a:blip r:embed="rId27">
                  <a:alphaModFix/>
                </a:blip>
                <a:srcRect b="0" l="0" r="0" t="0"/>
                <a:stretch/>
              </p:blipFill>
              <p:spPr>
                <a:xfrm>
                  <a:off x="5671378" y="2821712"/>
                  <a:ext cx="272222" cy="152710"/>
                </a:xfrm>
                <a:prstGeom prst="rect">
                  <a:avLst/>
                </a:prstGeom>
                <a:noFill/>
                <a:ln>
                  <a:noFill/>
                </a:ln>
              </p:spPr>
            </p:pic>
            <p:pic>
              <p:nvPicPr>
                <p:cNvPr id="667" name="Google Shape;667;g32268d58d69_0_2870"/>
                <p:cNvPicPr preferRelativeResize="0"/>
                <p:nvPr/>
              </p:nvPicPr>
              <p:blipFill rotWithShape="1">
                <a:blip r:embed="rId27">
                  <a:alphaModFix/>
                </a:blip>
                <a:srcRect b="0" l="0" r="0" t="0"/>
                <a:stretch/>
              </p:blipFill>
              <p:spPr>
                <a:xfrm>
                  <a:off x="5999922" y="2821712"/>
                  <a:ext cx="272222" cy="152710"/>
                </a:xfrm>
                <a:prstGeom prst="rect">
                  <a:avLst/>
                </a:prstGeom>
                <a:noFill/>
                <a:ln>
                  <a:noFill/>
                </a:ln>
              </p:spPr>
            </p:pic>
            <p:sp>
              <p:nvSpPr>
                <p:cNvPr id="668" name="Google Shape;668;g32268d58d69_0_2870"/>
                <p:cNvSpPr txBox="1"/>
                <p:nvPr/>
              </p:nvSpPr>
              <p:spPr>
                <a:xfrm>
                  <a:off x="5586310" y="2947435"/>
                  <a:ext cx="800100" cy="155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7"/>
                    <a:buFont typeface="Arial"/>
                    <a:buNone/>
                  </a:pPr>
                  <a:r>
                    <a:rPr b="0" i="0" lang="en-US" sz="667" u="none" cap="none" strike="noStrike">
                      <a:solidFill>
                        <a:srgbClr val="FFFFFF"/>
                      </a:solidFill>
                      <a:latin typeface="Arial"/>
                      <a:ea typeface="Arial"/>
                      <a:cs typeface="Arial"/>
                      <a:sym typeface="Arial"/>
                    </a:rPr>
                    <a:t>COLOCATION</a:t>
                  </a:r>
                  <a:endParaRPr b="0" i="0" sz="1400" u="none" cap="none" strike="noStrike">
                    <a:solidFill>
                      <a:srgbClr val="000000"/>
                    </a:solidFill>
                    <a:latin typeface="Arial"/>
                    <a:ea typeface="Arial"/>
                    <a:cs typeface="Arial"/>
                    <a:sym typeface="Arial"/>
                  </a:endParaRPr>
                </a:p>
              </p:txBody>
            </p:sp>
          </p:grpSp>
          <p:grpSp>
            <p:nvGrpSpPr>
              <p:cNvPr id="669" name="Google Shape;669;g32268d58d69_0_2870"/>
              <p:cNvGrpSpPr/>
              <p:nvPr/>
            </p:nvGrpSpPr>
            <p:grpSpPr>
              <a:xfrm>
                <a:off x="2296123" y="2630414"/>
                <a:ext cx="907244" cy="449412"/>
                <a:chOff x="2382751" y="2707416"/>
                <a:chExt cx="907244" cy="449412"/>
              </a:xfrm>
            </p:grpSpPr>
            <p:sp>
              <p:nvSpPr>
                <p:cNvPr id="670" name="Google Shape;670;g32268d58d69_0_2870"/>
                <p:cNvSpPr/>
                <p:nvPr/>
              </p:nvSpPr>
              <p:spPr>
                <a:xfrm>
                  <a:off x="2382751" y="2707416"/>
                  <a:ext cx="907244" cy="449412"/>
                </a:xfrm>
                <a:custGeom>
                  <a:rect b="b" l="l" r="r" t="t"/>
                  <a:pathLst>
                    <a:path extrusionOk="0" h="409487" w="826646">
                      <a:moveTo>
                        <a:pt x="501088" y="0"/>
                      </a:moveTo>
                      <a:cubicBezTo>
                        <a:pt x="602589" y="0"/>
                        <a:pt x="602589" y="0"/>
                        <a:pt x="602589" y="0"/>
                      </a:cubicBezTo>
                      <a:cubicBezTo>
                        <a:pt x="653339" y="0"/>
                        <a:pt x="693214" y="39938"/>
                        <a:pt x="693214" y="87137"/>
                      </a:cubicBezTo>
                      <a:lnTo>
                        <a:pt x="687399" y="116636"/>
                      </a:lnTo>
                      <a:lnTo>
                        <a:pt x="714831" y="122059"/>
                      </a:lnTo>
                      <a:cubicBezTo>
                        <a:pt x="747464" y="135675"/>
                        <a:pt x="769899" y="167670"/>
                        <a:pt x="769899" y="205792"/>
                      </a:cubicBezTo>
                      <a:lnTo>
                        <a:pt x="763447" y="236587"/>
                      </a:lnTo>
                      <a:lnTo>
                        <a:pt x="773111" y="238618"/>
                      </a:lnTo>
                      <a:cubicBezTo>
                        <a:pt x="804212" y="252233"/>
                        <a:pt x="826646" y="284228"/>
                        <a:pt x="826646" y="322350"/>
                      </a:cubicBezTo>
                      <a:cubicBezTo>
                        <a:pt x="826646" y="369550"/>
                        <a:pt x="786764" y="409487"/>
                        <a:pt x="739631" y="409487"/>
                      </a:cubicBezTo>
                      <a:cubicBezTo>
                        <a:pt x="87015" y="409487"/>
                        <a:pt x="87015" y="409487"/>
                        <a:pt x="87015" y="409487"/>
                      </a:cubicBezTo>
                      <a:cubicBezTo>
                        <a:pt x="39882" y="409487"/>
                        <a:pt x="0" y="369550"/>
                        <a:pt x="0" y="322350"/>
                      </a:cubicBezTo>
                      <a:cubicBezTo>
                        <a:pt x="0" y="271521"/>
                        <a:pt x="39882" y="231583"/>
                        <a:pt x="87015" y="231583"/>
                      </a:cubicBezTo>
                      <a:lnTo>
                        <a:pt x="187867" y="231583"/>
                      </a:lnTo>
                      <a:lnTo>
                        <a:pt x="182506" y="205792"/>
                      </a:lnTo>
                      <a:cubicBezTo>
                        <a:pt x="182506" y="154963"/>
                        <a:pt x="222391" y="115025"/>
                        <a:pt x="269527" y="115025"/>
                      </a:cubicBezTo>
                      <a:cubicBezTo>
                        <a:pt x="320743" y="115025"/>
                        <a:pt x="365557" y="115025"/>
                        <a:pt x="404769" y="115025"/>
                      </a:cubicBezTo>
                      <a:lnTo>
                        <a:pt x="419542" y="115025"/>
                      </a:lnTo>
                      <a:lnTo>
                        <a:pt x="414088" y="87137"/>
                      </a:lnTo>
                      <a:cubicBezTo>
                        <a:pt x="414088" y="39938"/>
                        <a:pt x="453963" y="0"/>
                        <a:pt x="501088" y="0"/>
                      </a:cubicBezTo>
                      <a:close/>
                    </a:path>
                  </a:pathLst>
                </a:custGeom>
                <a:solidFill>
                  <a:schemeClr val="lt2"/>
                </a:solidFill>
                <a:ln cap="flat" cmpd="sng" w="9525">
                  <a:solidFill>
                    <a:schemeClr val="lt1"/>
                  </a:solidFill>
                  <a:prstDash val="solid"/>
                  <a:round/>
                  <a:headEnd len="sm" w="sm" type="none"/>
                  <a:tailEnd len="sm" w="sm" type="none"/>
                </a:ln>
              </p:spPr>
              <p:txBody>
                <a:bodyPr anchorCtr="0" anchor="t" bIns="60925" lIns="121875" spcFirstLastPara="1" rIns="121875" wrap="square" tIns="609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828"/>
                    </a:solidFill>
                    <a:latin typeface="Calibri"/>
                    <a:ea typeface="Calibri"/>
                    <a:cs typeface="Calibri"/>
                    <a:sym typeface="Calibri"/>
                  </a:endParaRPr>
                </a:p>
              </p:txBody>
            </p:sp>
            <p:pic>
              <p:nvPicPr>
                <p:cNvPr id="671" name="Google Shape;671;g32268d58d69_0_2870"/>
                <p:cNvPicPr preferRelativeResize="0"/>
                <p:nvPr/>
              </p:nvPicPr>
              <p:blipFill rotWithShape="1">
                <a:blip r:embed="rId28">
                  <a:alphaModFix/>
                </a:blip>
                <a:srcRect b="0" l="0" r="0" t="0"/>
                <a:stretch/>
              </p:blipFill>
              <p:spPr>
                <a:xfrm>
                  <a:off x="2767401" y="2893281"/>
                  <a:ext cx="342120" cy="204737"/>
                </a:xfrm>
                <a:prstGeom prst="rect">
                  <a:avLst/>
                </a:prstGeom>
                <a:noFill/>
                <a:ln>
                  <a:noFill/>
                </a:ln>
              </p:spPr>
            </p:pic>
          </p:grpSp>
        </p:grpSp>
        <p:grpSp>
          <p:nvGrpSpPr>
            <p:cNvPr id="672" name="Google Shape;672;g32268d58d69_0_2870"/>
            <p:cNvGrpSpPr/>
            <p:nvPr/>
          </p:nvGrpSpPr>
          <p:grpSpPr>
            <a:xfrm>
              <a:off x="5217272" y="2349493"/>
              <a:ext cx="1053267" cy="830918"/>
              <a:chOff x="3972218" y="1862924"/>
              <a:chExt cx="841200" cy="663619"/>
            </a:xfrm>
          </p:grpSpPr>
          <p:sp>
            <p:nvSpPr>
              <p:cNvPr id="673" name="Google Shape;673;g32268d58d69_0_2870"/>
              <p:cNvSpPr txBox="1"/>
              <p:nvPr/>
            </p:nvSpPr>
            <p:spPr>
              <a:xfrm>
                <a:off x="3972218" y="2223543"/>
                <a:ext cx="841200" cy="303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33"/>
                  <a:buFont typeface="Arial"/>
                  <a:buNone/>
                </a:pPr>
                <a:r>
                  <a:rPr b="0" i="0" lang="en-US" sz="933" u="none" cap="none" strike="noStrike">
                    <a:solidFill>
                      <a:srgbClr val="FFFFFF"/>
                    </a:solidFill>
                    <a:latin typeface="Arial"/>
                    <a:ea typeface="Arial"/>
                    <a:cs typeface="Arial"/>
                    <a:sym typeface="Arial"/>
                  </a:rPr>
                  <a:t>CLOUD </a:t>
                </a:r>
                <a:br>
                  <a:rPr b="0" i="0" lang="en-US" sz="933" u="none" cap="none" strike="noStrike">
                    <a:solidFill>
                      <a:srgbClr val="FFFFFF"/>
                    </a:solidFill>
                    <a:latin typeface="Arial"/>
                    <a:ea typeface="Arial"/>
                    <a:cs typeface="Arial"/>
                    <a:sym typeface="Arial"/>
                  </a:rPr>
                </a:br>
                <a:r>
                  <a:rPr b="0" i="0" lang="en-US" sz="933" u="none" cap="none" strike="noStrike">
                    <a:solidFill>
                      <a:srgbClr val="FFFFFF"/>
                    </a:solidFill>
                    <a:latin typeface="Arial"/>
                    <a:ea typeface="Arial"/>
                    <a:cs typeface="Arial"/>
                    <a:sym typeface="Arial"/>
                  </a:rPr>
                  <a:t>PROVIDERS</a:t>
                </a:r>
                <a:endParaRPr b="0" i="0" sz="1400" u="none" cap="none" strike="noStrike">
                  <a:solidFill>
                    <a:srgbClr val="000000"/>
                  </a:solidFill>
                  <a:latin typeface="Arial"/>
                  <a:ea typeface="Arial"/>
                  <a:cs typeface="Arial"/>
                  <a:sym typeface="Arial"/>
                </a:endParaRPr>
              </a:p>
            </p:txBody>
          </p:sp>
          <p:sp>
            <p:nvSpPr>
              <p:cNvPr id="674" name="Google Shape;674;g32268d58d69_0_2870"/>
              <p:cNvSpPr/>
              <p:nvPr/>
            </p:nvSpPr>
            <p:spPr>
              <a:xfrm>
                <a:off x="4158357" y="1862924"/>
                <a:ext cx="376200" cy="376200"/>
              </a:xfrm>
              <a:prstGeom prst="ellipse">
                <a:avLst/>
              </a:prstGeom>
              <a:solidFill>
                <a:srgbClr val="00BC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33"/>
                  <a:buFont typeface="Arial"/>
                  <a:buNone/>
                </a:pPr>
                <a:r>
                  <a:t/>
                </a:r>
                <a:endParaRPr b="0" i="0" sz="933" u="none" cap="none" strike="noStrike">
                  <a:solidFill>
                    <a:srgbClr val="00BCEB"/>
                  </a:solidFill>
                  <a:latin typeface="Arial"/>
                  <a:ea typeface="Arial"/>
                  <a:cs typeface="Arial"/>
                  <a:sym typeface="Arial"/>
                </a:endParaRPr>
              </a:p>
            </p:txBody>
          </p:sp>
        </p:grpSp>
        <p:sp>
          <p:nvSpPr>
            <p:cNvPr id="675" name="Google Shape;675;g32268d58d69_0_2870"/>
            <p:cNvSpPr/>
            <p:nvPr/>
          </p:nvSpPr>
          <p:spPr>
            <a:xfrm>
              <a:off x="2145429" y="1968990"/>
              <a:ext cx="760990" cy="3397048"/>
            </a:xfrm>
            <a:custGeom>
              <a:rect b="b" l="l" r="r" t="t"/>
              <a:pathLst>
                <a:path extrusionOk="0" h="1833764" w="190605">
                  <a:moveTo>
                    <a:pt x="190605" y="1833764"/>
                  </a:moveTo>
                  <a:lnTo>
                    <a:pt x="182127" y="1816165"/>
                  </a:lnTo>
                  <a:cubicBezTo>
                    <a:pt x="64851" y="1538894"/>
                    <a:pt x="0" y="1234049"/>
                    <a:pt x="0" y="914058"/>
                  </a:cubicBezTo>
                  <a:cubicBezTo>
                    <a:pt x="0" y="594067"/>
                    <a:pt x="64851" y="289223"/>
                    <a:pt x="182127" y="11952"/>
                  </a:cubicBezTo>
                  <a:lnTo>
                    <a:pt x="187884" y="0"/>
                  </a:lnTo>
                </a:path>
              </a:pathLst>
            </a:custGeom>
            <a:noFill/>
            <a:ln cap="rnd" cmpd="sng" w="38100">
              <a:solidFill>
                <a:schemeClr val="l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2000"/>
                <a:buFont typeface="Arial"/>
                <a:buNone/>
              </a:pPr>
              <a:r>
                <a:t/>
              </a:r>
              <a:endParaRPr b="0" i="0" sz="2000" u="none" cap="none" strike="noStrike">
                <a:solidFill>
                  <a:srgbClr val="282828"/>
                </a:solidFill>
                <a:latin typeface="Arial"/>
                <a:ea typeface="Arial"/>
                <a:cs typeface="Arial"/>
                <a:sym typeface="Arial"/>
              </a:endParaRPr>
            </a:p>
          </p:txBody>
        </p:sp>
        <p:sp>
          <p:nvSpPr>
            <p:cNvPr id="676" name="Google Shape;676;g32268d58d69_0_2870"/>
            <p:cNvSpPr/>
            <p:nvPr/>
          </p:nvSpPr>
          <p:spPr>
            <a:xfrm flipH="1">
              <a:off x="9061590" y="1941393"/>
              <a:ext cx="760990" cy="3397048"/>
            </a:xfrm>
            <a:custGeom>
              <a:rect b="b" l="l" r="r" t="t"/>
              <a:pathLst>
                <a:path extrusionOk="0" h="1833764" w="190605">
                  <a:moveTo>
                    <a:pt x="190605" y="1833764"/>
                  </a:moveTo>
                  <a:lnTo>
                    <a:pt x="182127" y="1816165"/>
                  </a:lnTo>
                  <a:cubicBezTo>
                    <a:pt x="64851" y="1538894"/>
                    <a:pt x="0" y="1234049"/>
                    <a:pt x="0" y="914058"/>
                  </a:cubicBezTo>
                  <a:cubicBezTo>
                    <a:pt x="0" y="594067"/>
                    <a:pt x="64851" y="289223"/>
                    <a:pt x="182127" y="11952"/>
                  </a:cubicBezTo>
                  <a:lnTo>
                    <a:pt x="187884" y="0"/>
                  </a:lnTo>
                </a:path>
              </a:pathLst>
            </a:custGeom>
            <a:noFill/>
            <a:ln cap="rnd" cmpd="sng" w="38100">
              <a:solidFill>
                <a:schemeClr val="l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2000"/>
                <a:buFont typeface="Arial"/>
                <a:buNone/>
              </a:pPr>
              <a:r>
                <a:t/>
              </a:r>
              <a:endParaRPr b="0" i="0" sz="2000" u="none" cap="none" strike="noStrike">
                <a:solidFill>
                  <a:srgbClr val="282828"/>
                </a:solidFill>
                <a:latin typeface="Arial"/>
                <a:ea typeface="Arial"/>
                <a:cs typeface="Arial"/>
                <a:sym typeface="Arial"/>
              </a:endParaRPr>
            </a:p>
          </p:txBody>
        </p:sp>
        <p:grpSp>
          <p:nvGrpSpPr>
            <p:cNvPr id="677" name="Google Shape;677;g32268d58d69_0_2870"/>
            <p:cNvGrpSpPr/>
            <p:nvPr/>
          </p:nvGrpSpPr>
          <p:grpSpPr>
            <a:xfrm>
              <a:off x="8490793" y="2627679"/>
              <a:ext cx="445500" cy="445500"/>
              <a:chOff x="8490793" y="2627679"/>
              <a:chExt cx="445500" cy="445500"/>
            </a:xfrm>
          </p:grpSpPr>
          <p:sp>
            <p:nvSpPr>
              <p:cNvPr id="678" name="Google Shape;678;g32268d58d69_0_2870"/>
              <p:cNvSpPr/>
              <p:nvPr/>
            </p:nvSpPr>
            <p:spPr>
              <a:xfrm>
                <a:off x="8490793" y="2627679"/>
                <a:ext cx="445500" cy="4455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pic>
            <p:nvPicPr>
              <p:cNvPr id="679" name="Google Shape;679;g32268d58d69_0_2870"/>
              <p:cNvPicPr preferRelativeResize="0"/>
              <p:nvPr/>
            </p:nvPicPr>
            <p:blipFill rotWithShape="1">
              <a:blip r:embed="rId29">
                <a:alphaModFix/>
              </a:blip>
              <a:srcRect b="0" l="0" r="0" t="0"/>
              <a:stretch/>
            </p:blipFill>
            <p:spPr>
              <a:xfrm>
                <a:off x="8550275" y="2747043"/>
                <a:ext cx="326447" cy="233177"/>
              </a:xfrm>
              <a:prstGeom prst="rect">
                <a:avLst/>
              </a:prstGeom>
              <a:noFill/>
              <a:ln>
                <a:noFill/>
              </a:ln>
            </p:spPr>
          </p:pic>
        </p:grpSp>
        <p:pic>
          <p:nvPicPr>
            <p:cNvPr descr="Media Download Center" id="680" name="Google Shape;680;g32268d58d69_0_2870"/>
            <p:cNvPicPr preferRelativeResize="0"/>
            <p:nvPr/>
          </p:nvPicPr>
          <p:blipFill rotWithShape="1">
            <a:blip r:embed="rId30">
              <a:alphaModFix/>
            </a:blip>
            <a:srcRect b="0" l="0" r="0" t="0"/>
            <a:stretch/>
          </p:blipFill>
          <p:spPr>
            <a:xfrm>
              <a:off x="4346358" y="3381842"/>
              <a:ext cx="890163" cy="200339"/>
            </a:xfrm>
            <a:prstGeom prst="rect">
              <a:avLst/>
            </a:prstGeom>
            <a:noFill/>
            <a:ln>
              <a:noFill/>
            </a:ln>
          </p:spPr>
        </p:pic>
        <p:sp>
          <p:nvSpPr>
            <p:cNvPr id="681" name="Google Shape;681;g32268d58d69_0_2870"/>
            <p:cNvSpPr txBox="1"/>
            <p:nvPr/>
          </p:nvSpPr>
          <p:spPr>
            <a:xfrm>
              <a:off x="3310595" y="5759799"/>
              <a:ext cx="6474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CAMPUS</a:t>
              </a:r>
              <a:endParaRPr b="0" i="0" sz="1400" u="none" cap="none" strike="noStrike">
                <a:solidFill>
                  <a:srgbClr val="000000"/>
                </a:solidFill>
                <a:latin typeface="Arial"/>
                <a:ea typeface="Arial"/>
                <a:cs typeface="Arial"/>
                <a:sym typeface="Arial"/>
              </a:endParaRPr>
            </a:p>
          </p:txBody>
        </p:sp>
        <p:sp>
          <p:nvSpPr>
            <p:cNvPr id="682" name="Google Shape;682;g32268d58d69_0_2870"/>
            <p:cNvSpPr txBox="1"/>
            <p:nvPr/>
          </p:nvSpPr>
          <p:spPr>
            <a:xfrm>
              <a:off x="4695098" y="5741699"/>
              <a:ext cx="6474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BRANCH</a:t>
              </a:r>
              <a:endParaRPr b="0" i="0" sz="1400" u="none" cap="none" strike="noStrike">
                <a:solidFill>
                  <a:srgbClr val="000000"/>
                </a:solidFill>
                <a:latin typeface="Arial"/>
                <a:ea typeface="Arial"/>
                <a:cs typeface="Arial"/>
                <a:sym typeface="Arial"/>
              </a:endParaRPr>
            </a:p>
          </p:txBody>
        </p:sp>
        <p:sp>
          <p:nvSpPr>
            <p:cNvPr id="683" name="Google Shape;683;g32268d58d69_0_2870"/>
            <p:cNvSpPr txBox="1"/>
            <p:nvPr/>
          </p:nvSpPr>
          <p:spPr>
            <a:xfrm>
              <a:off x="6079597" y="5759799"/>
              <a:ext cx="11361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DATA CENTER</a:t>
              </a:r>
              <a:endParaRPr b="0" i="0" sz="1400" u="none" cap="none" strike="noStrike">
                <a:solidFill>
                  <a:srgbClr val="000000"/>
                </a:solidFill>
                <a:latin typeface="Arial"/>
                <a:ea typeface="Arial"/>
                <a:cs typeface="Arial"/>
                <a:sym typeface="Arial"/>
              </a:endParaRPr>
            </a:p>
          </p:txBody>
        </p:sp>
        <p:sp>
          <p:nvSpPr>
            <p:cNvPr id="684" name="Google Shape;684;g32268d58d69_0_2870"/>
            <p:cNvSpPr txBox="1"/>
            <p:nvPr/>
          </p:nvSpPr>
          <p:spPr>
            <a:xfrm>
              <a:off x="7964646" y="5785349"/>
              <a:ext cx="1001700" cy="2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EDGE | IOT &amp; OT</a:t>
              </a:r>
              <a:endParaRPr b="0" i="0" sz="1400" u="none" cap="none" strike="noStrike">
                <a:solidFill>
                  <a:srgbClr val="000000"/>
                </a:solidFill>
                <a:latin typeface="Arial"/>
                <a:ea typeface="Arial"/>
                <a:cs typeface="Arial"/>
                <a:sym typeface="Arial"/>
              </a:endParaRPr>
            </a:p>
          </p:txBody>
        </p:sp>
        <p:grpSp>
          <p:nvGrpSpPr>
            <p:cNvPr id="685" name="Google Shape;685;g32268d58d69_0_2870"/>
            <p:cNvGrpSpPr/>
            <p:nvPr/>
          </p:nvGrpSpPr>
          <p:grpSpPr>
            <a:xfrm>
              <a:off x="3347193" y="5161843"/>
              <a:ext cx="574200" cy="574200"/>
              <a:chOff x="1847077" y="5180223"/>
              <a:chExt cx="574200" cy="574200"/>
            </a:xfrm>
          </p:grpSpPr>
          <p:sp>
            <p:nvSpPr>
              <p:cNvPr id="686" name="Google Shape;686;g32268d58d69_0_2870"/>
              <p:cNvSpPr/>
              <p:nvPr/>
            </p:nvSpPr>
            <p:spPr>
              <a:xfrm>
                <a:off x="1847077" y="5180223"/>
                <a:ext cx="574200" cy="5742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687" name="Google Shape;687;g32268d58d69_0_2870"/>
              <p:cNvPicPr preferRelativeResize="0"/>
              <p:nvPr/>
            </p:nvPicPr>
            <p:blipFill rotWithShape="1">
              <a:blip r:embed="rId31">
                <a:alphaModFix/>
              </a:blip>
              <a:srcRect b="0" l="0" r="0" t="0"/>
              <a:stretch/>
            </p:blipFill>
            <p:spPr>
              <a:xfrm>
                <a:off x="1989493" y="5305130"/>
                <a:ext cx="266613" cy="324260"/>
              </a:xfrm>
              <a:prstGeom prst="rect">
                <a:avLst/>
              </a:prstGeom>
              <a:noFill/>
              <a:ln>
                <a:noFill/>
              </a:ln>
            </p:spPr>
          </p:pic>
        </p:grpSp>
        <p:pic>
          <p:nvPicPr>
            <p:cNvPr id="688" name="Google Shape;688;g32268d58d69_0_2870"/>
            <p:cNvPicPr preferRelativeResize="0"/>
            <p:nvPr/>
          </p:nvPicPr>
          <p:blipFill rotWithShape="1">
            <a:blip r:embed="rId32">
              <a:alphaModFix/>
            </a:blip>
            <a:srcRect b="0" l="0" r="0" t="0"/>
            <a:stretch/>
          </p:blipFill>
          <p:spPr>
            <a:xfrm>
              <a:off x="5485166" y="2447648"/>
              <a:ext cx="383776" cy="253437"/>
            </a:xfrm>
            <a:prstGeom prst="rect">
              <a:avLst/>
            </a:prstGeom>
            <a:noFill/>
            <a:ln>
              <a:noFill/>
            </a:ln>
          </p:spPr>
        </p:pic>
        <p:grpSp>
          <p:nvGrpSpPr>
            <p:cNvPr id="689" name="Google Shape;689;g32268d58d69_0_2870"/>
            <p:cNvGrpSpPr/>
            <p:nvPr/>
          </p:nvGrpSpPr>
          <p:grpSpPr>
            <a:xfrm>
              <a:off x="4717159" y="5152673"/>
              <a:ext cx="574200" cy="574200"/>
              <a:chOff x="4717159" y="5152673"/>
              <a:chExt cx="574200" cy="574200"/>
            </a:xfrm>
          </p:grpSpPr>
          <p:sp>
            <p:nvSpPr>
              <p:cNvPr id="690" name="Google Shape;690;g32268d58d69_0_2870"/>
              <p:cNvSpPr/>
              <p:nvPr/>
            </p:nvSpPr>
            <p:spPr>
              <a:xfrm>
                <a:off x="4717159" y="5152673"/>
                <a:ext cx="574200" cy="5742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691" name="Google Shape;691;g32268d58d69_0_2870"/>
              <p:cNvPicPr preferRelativeResize="0"/>
              <p:nvPr/>
            </p:nvPicPr>
            <p:blipFill rotWithShape="1">
              <a:blip r:embed="rId33">
                <a:alphaModFix/>
              </a:blip>
              <a:srcRect b="0" l="0" r="0" t="0"/>
              <a:stretch/>
            </p:blipFill>
            <p:spPr>
              <a:xfrm>
                <a:off x="4844162" y="5316783"/>
                <a:ext cx="328844" cy="257743"/>
              </a:xfrm>
              <a:prstGeom prst="rect">
                <a:avLst/>
              </a:prstGeom>
              <a:noFill/>
              <a:ln>
                <a:noFill/>
              </a:ln>
            </p:spPr>
          </p:pic>
        </p:grpSp>
        <p:grpSp>
          <p:nvGrpSpPr>
            <p:cNvPr id="692" name="Google Shape;692;g32268d58d69_0_2870"/>
            <p:cNvGrpSpPr/>
            <p:nvPr/>
          </p:nvGrpSpPr>
          <p:grpSpPr>
            <a:xfrm>
              <a:off x="8063863" y="5152673"/>
              <a:ext cx="574200" cy="574200"/>
              <a:chOff x="8063863" y="5152673"/>
              <a:chExt cx="574200" cy="574200"/>
            </a:xfrm>
          </p:grpSpPr>
          <p:sp>
            <p:nvSpPr>
              <p:cNvPr id="693" name="Google Shape;693;g32268d58d69_0_2870"/>
              <p:cNvSpPr/>
              <p:nvPr/>
            </p:nvSpPr>
            <p:spPr>
              <a:xfrm>
                <a:off x="8063863" y="5152673"/>
                <a:ext cx="574200" cy="5742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694" name="Google Shape;694;g32268d58d69_0_2870"/>
              <p:cNvPicPr preferRelativeResize="0"/>
              <p:nvPr/>
            </p:nvPicPr>
            <p:blipFill rotWithShape="1">
              <a:blip r:embed="rId34">
                <a:alphaModFix/>
              </a:blip>
              <a:srcRect b="0" l="0" r="0" t="0"/>
              <a:stretch/>
            </p:blipFill>
            <p:spPr>
              <a:xfrm>
                <a:off x="8132828" y="5271960"/>
                <a:ext cx="185837" cy="364527"/>
              </a:xfrm>
              <a:prstGeom prst="rect">
                <a:avLst/>
              </a:prstGeom>
              <a:noFill/>
              <a:ln>
                <a:noFill/>
              </a:ln>
            </p:spPr>
          </p:pic>
          <p:pic>
            <p:nvPicPr>
              <p:cNvPr id="695" name="Google Shape;695;g32268d58d69_0_2870"/>
              <p:cNvPicPr preferRelativeResize="0"/>
              <p:nvPr/>
            </p:nvPicPr>
            <p:blipFill rotWithShape="1">
              <a:blip r:embed="rId35">
                <a:alphaModFix/>
              </a:blip>
              <a:srcRect b="0" l="0" r="0" t="0"/>
              <a:stretch/>
            </p:blipFill>
            <p:spPr>
              <a:xfrm>
                <a:off x="8338575" y="5321021"/>
                <a:ext cx="244593" cy="212689"/>
              </a:xfrm>
              <a:prstGeom prst="rect">
                <a:avLst/>
              </a:prstGeom>
              <a:noFill/>
              <a:ln>
                <a:noFill/>
              </a:ln>
            </p:spPr>
          </p:pic>
        </p:grpSp>
        <p:grpSp>
          <p:nvGrpSpPr>
            <p:cNvPr id="696" name="Google Shape;696;g32268d58d69_0_2870"/>
            <p:cNvGrpSpPr/>
            <p:nvPr/>
          </p:nvGrpSpPr>
          <p:grpSpPr>
            <a:xfrm>
              <a:off x="4494483" y="3896397"/>
              <a:ext cx="411816" cy="411816"/>
              <a:chOff x="8063863" y="5152673"/>
              <a:chExt cx="574200" cy="574200"/>
            </a:xfrm>
          </p:grpSpPr>
          <p:sp>
            <p:nvSpPr>
              <p:cNvPr id="697" name="Google Shape;697;g32268d58d69_0_2870"/>
              <p:cNvSpPr/>
              <p:nvPr/>
            </p:nvSpPr>
            <p:spPr>
              <a:xfrm>
                <a:off x="8063863" y="5152673"/>
                <a:ext cx="574200" cy="5742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698" name="Google Shape;698;g32268d58d69_0_2870"/>
              <p:cNvPicPr preferRelativeResize="0"/>
              <p:nvPr/>
            </p:nvPicPr>
            <p:blipFill rotWithShape="1">
              <a:blip r:embed="rId34">
                <a:alphaModFix/>
              </a:blip>
              <a:srcRect b="0" l="0" r="0" t="0"/>
              <a:stretch/>
            </p:blipFill>
            <p:spPr>
              <a:xfrm>
                <a:off x="8132828" y="5271960"/>
                <a:ext cx="185837" cy="364527"/>
              </a:xfrm>
              <a:prstGeom prst="rect">
                <a:avLst/>
              </a:prstGeom>
              <a:noFill/>
              <a:ln>
                <a:noFill/>
              </a:ln>
            </p:spPr>
          </p:pic>
          <p:pic>
            <p:nvPicPr>
              <p:cNvPr id="699" name="Google Shape;699;g32268d58d69_0_2870"/>
              <p:cNvPicPr preferRelativeResize="0"/>
              <p:nvPr/>
            </p:nvPicPr>
            <p:blipFill rotWithShape="1">
              <a:blip r:embed="rId35">
                <a:alphaModFix/>
              </a:blip>
              <a:srcRect b="0" l="0" r="0" t="0"/>
              <a:stretch/>
            </p:blipFill>
            <p:spPr>
              <a:xfrm>
                <a:off x="8338575" y="5321021"/>
                <a:ext cx="244593" cy="212689"/>
              </a:xfrm>
              <a:prstGeom prst="rect">
                <a:avLst/>
              </a:prstGeom>
              <a:noFill/>
              <a:ln>
                <a:noFill/>
              </a:ln>
            </p:spPr>
          </p:pic>
        </p:grpSp>
        <p:grpSp>
          <p:nvGrpSpPr>
            <p:cNvPr id="700" name="Google Shape;700;g32268d58d69_0_2870"/>
            <p:cNvGrpSpPr/>
            <p:nvPr/>
          </p:nvGrpSpPr>
          <p:grpSpPr>
            <a:xfrm>
              <a:off x="6262495" y="5152673"/>
              <a:ext cx="574200" cy="574200"/>
              <a:chOff x="6262495" y="5152673"/>
              <a:chExt cx="574200" cy="574200"/>
            </a:xfrm>
          </p:grpSpPr>
          <p:sp>
            <p:nvSpPr>
              <p:cNvPr id="701" name="Google Shape;701;g32268d58d69_0_2870"/>
              <p:cNvSpPr/>
              <p:nvPr/>
            </p:nvSpPr>
            <p:spPr>
              <a:xfrm>
                <a:off x="6262495" y="5152673"/>
                <a:ext cx="574200" cy="5742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702" name="Google Shape;702;g32268d58d69_0_2870"/>
              <p:cNvPicPr preferRelativeResize="0"/>
              <p:nvPr/>
            </p:nvPicPr>
            <p:blipFill rotWithShape="1">
              <a:blip r:embed="rId36">
                <a:alphaModFix/>
              </a:blip>
              <a:srcRect b="0" l="0" r="0" t="0"/>
              <a:stretch/>
            </p:blipFill>
            <p:spPr>
              <a:xfrm>
                <a:off x="6430569" y="5271960"/>
                <a:ext cx="266631" cy="364395"/>
              </a:xfrm>
              <a:prstGeom prst="rect">
                <a:avLst/>
              </a:prstGeom>
              <a:noFill/>
              <a:ln>
                <a:noFill/>
              </a:ln>
            </p:spPr>
          </p:pic>
        </p:grpSp>
      </p:grpSp>
      <p:cxnSp>
        <p:nvCxnSpPr>
          <p:cNvPr id="703" name="Google Shape;703;g32268d58d69_0_2870"/>
          <p:cNvCxnSpPr/>
          <p:nvPr/>
        </p:nvCxnSpPr>
        <p:spPr>
          <a:xfrm rot="10800000">
            <a:off x="8213846" y="3014843"/>
            <a:ext cx="576900" cy="0"/>
          </a:xfrm>
          <a:prstGeom prst="straightConnector1">
            <a:avLst/>
          </a:prstGeom>
          <a:noFill/>
          <a:ln cap="flat" cmpd="sng" w="44450">
            <a:solidFill>
              <a:schemeClr val="accent1"/>
            </a:solidFill>
            <a:prstDash val="solid"/>
            <a:miter lim="800000"/>
            <a:headEnd len="sm" w="sm" type="none"/>
            <a:tailEnd len="sm" w="sm" type="none"/>
          </a:ln>
        </p:spPr>
      </p:cxnSp>
      <p:cxnSp>
        <p:nvCxnSpPr>
          <p:cNvPr id="704" name="Google Shape;704;g32268d58d69_0_2870"/>
          <p:cNvCxnSpPr/>
          <p:nvPr/>
        </p:nvCxnSpPr>
        <p:spPr>
          <a:xfrm rot="10800000">
            <a:off x="8213846" y="4243141"/>
            <a:ext cx="576900" cy="0"/>
          </a:xfrm>
          <a:prstGeom prst="straightConnector1">
            <a:avLst/>
          </a:prstGeom>
          <a:noFill/>
          <a:ln cap="flat" cmpd="sng" w="44450">
            <a:solidFill>
              <a:schemeClr val="accent1"/>
            </a:solidFill>
            <a:prstDash val="solid"/>
            <a:miter lim="800000"/>
            <a:headEnd len="sm" w="sm" type="none"/>
            <a:tailEnd len="sm" w="sm" type="none"/>
          </a:ln>
        </p:spPr>
      </p:cxnSp>
      <p:sp>
        <p:nvSpPr>
          <p:cNvPr id="705" name="Google Shape;705;g32268d58d69_0_2870"/>
          <p:cNvSpPr txBox="1"/>
          <p:nvPr>
            <p:ph type="title"/>
          </p:nvPr>
        </p:nvSpPr>
        <p:spPr>
          <a:xfrm>
            <a:off x="217450" y="365125"/>
            <a:ext cx="6344700" cy="498600"/>
          </a:xfrm>
          <a:prstGeom prst="rect">
            <a:avLst/>
          </a:prstGeom>
          <a:solidFill>
            <a:schemeClr val="accent1"/>
          </a:solidFill>
          <a:ln>
            <a:noFill/>
          </a:ln>
        </p:spPr>
        <p:txBody>
          <a:bodyPr anchorCtr="0" anchor="t" bIns="45700" lIns="91425" spcFirstLastPara="1" rIns="91425" wrap="square" tIns="45700">
            <a:noAutofit/>
          </a:bodyPr>
          <a:lstStyle/>
          <a:p>
            <a:pPr indent="-12700" lvl="0" marL="12700" rtl="0" algn="l">
              <a:lnSpc>
                <a:spcPct val="108000"/>
              </a:lnSpc>
              <a:spcBef>
                <a:spcPts val="0"/>
              </a:spcBef>
              <a:spcAft>
                <a:spcPts val="0"/>
              </a:spcAft>
              <a:buSzPts val="1100"/>
              <a:buNone/>
            </a:pPr>
            <a:r>
              <a:rPr lang="en-US" sz="2850">
                <a:solidFill>
                  <a:srgbClr val="FFFFFF"/>
                </a:solidFill>
              </a:rPr>
              <a:t>Use Case Full–Stack Visibility</a:t>
            </a:r>
            <a:endParaRPr sz="2880">
              <a:solidFill>
                <a:schemeClr val="lt1"/>
              </a:solidFill>
            </a:endParaRPr>
          </a:p>
          <a:p>
            <a:pPr indent="0" lvl="0" marL="0" rtl="0" algn="ctr">
              <a:lnSpc>
                <a:spcPct val="90000"/>
              </a:lnSpc>
              <a:spcBef>
                <a:spcPts val="0"/>
              </a:spcBef>
              <a:spcAft>
                <a:spcPts val="0"/>
              </a:spcAft>
              <a:buSzPts val="1100"/>
              <a:buNone/>
            </a:pPr>
            <a:r>
              <a:t/>
            </a:r>
            <a:endParaRPr sz="2880">
              <a:solidFill>
                <a:schemeClr val="lt1"/>
              </a:solidFill>
            </a:endParaRPr>
          </a:p>
          <a:p>
            <a:pPr indent="0" lvl="0" marL="0" rtl="0" algn="ctr">
              <a:lnSpc>
                <a:spcPct val="90000"/>
              </a:lnSpc>
              <a:spcBef>
                <a:spcPts val="0"/>
              </a:spcBef>
              <a:spcAft>
                <a:spcPts val="0"/>
              </a:spcAft>
              <a:buSzPts val="990"/>
              <a:buNone/>
            </a:pPr>
            <a:r>
              <a:t/>
            </a:r>
            <a:endParaRPr sz="2880">
              <a:solidFill>
                <a:schemeClr val="lt1"/>
              </a:solidFill>
            </a:endParaRPr>
          </a:p>
        </p:txBody>
      </p:sp>
    </p:spTree>
  </p:cSld>
  <p:clrMapOvr>
    <a:masterClrMapping/>
  </p:clrMapOvr>
  <mc:AlternateContent>
    <mc:Choice Requires="p14">
      <p:transition spd="slow" p14:dur="2400">
        <p:fade thruBlk="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10" name="Shape 710"/>
        <p:cNvGrpSpPr/>
        <p:nvPr/>
      </p:nvGrpSpPr>
      <p:grpSpPr>
        <a:xfrm>
          <a:off x="0" y="0"/>
          <a:ext cx="0" cy="0"/>
          <a:chOff x="0" y="0"/>
          <a:chExt cx="0" cy="0"/>
        </a:xfrm>
      </p:grpSpPr>
      <p:grpSp>
        <p:nvGrpSpPr>
          <p:cNvPr id="711" name="Google Shape;711;g32268d58d69_0_3017"/>
          <p:cNvGrpSpPr/>
          <p:nvPr/>
        </p:nvGrpSpPr>
        <p:grpSpPr>
          <a:xfrm>
            <a:off x="298678" y="1128968"/>
            <a:ext cx="11594221" cy="5134211"/>
            <a:chOff x="297180" y="1430868"/>
            <a:chExt cx="11597700" cy="4861942"/>
          </a:xfrm>
        </p:grpSpPr>
        <p:sp>
          <p:nvSpPr>
            <p:cNvPr id="712" name="Google Shape;712;g32268d58d69_0_3017"/>
            <p:cNvSpPr/>
            <p:nvPr/>
          </p:nvSpPr>
          <p:spPr>
            <a:xfrm>
              <a:off x="297180" y="1809883"/>
              <a:ext cx="11597700" cy="4298400"/>
            </a:xfrm>
            <a:prstGeom prst="roundRect">
              <a:avLst>
                <a:gd fmla="val 9398" name="adj"/>
              </a:avLst>
            </a:prstGeom>
            <a:noFill/>
            <a:ln cap="rnd" cmpd="sng" w="25400">
              <a:solidFill>
                <a:srgbClr val="718C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2000"/>
                <a:buFont typeface="Arial"/>
                <a:buNone/>
              </a:pPr>
              <a:r>
                <a:t/>
              </a:r>
              <a:endParaRPr b="0" i="0" sz="2000" u="none" cap="none" strike="noStrike">
                <a:solidFill>
                  <a:srgbClr val="282828"/>
                </a:solidFill>
                <a:latin typeface="Arial"/>
                <a:ea typeface="Arial"/>
                <a:cs typeface="Arial"/>
                <a:sym typeface="Arial"/>
              </a:endParaRPr>
            </a:p>
          </p:txBody>
        </p:sp>
        <p:sp>
          <p:nvSpPr>
            <p:cNvPr id="713" name="Google Shape;713;g32268d58d69_0_3017"/>
            <p:cNvSpPr/>
            <p:nvPr/>
          </p:nvSpPr>
          <p:spPr>
            <a:xfrm>
              <a:off x="5517577" y="1430868"/>
              <a:ext cx="5184000" cy="7872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99"/>
                <a:buFont typeface="Arial"/>
                <a:buNone/>
              </a:pPr>
              <a:r>
                <a:t/>
              </a:r>
              <a:endParaRPr b="0" i="0" sz="2399" u="none" cap="none" strike="noStrike">
                <a:solidFill>
                  <a:srgbClr val="FFFFFF"/>
                </a:solidFill>
                <a:latin typeface="Calibri"/>
                <a:ea typeface="Calibri"/>
                <a:cs typeface="Calibri"/>
                <a:sym typeface="Calibri"/>
              </a:endParaRPr>
            </a:p>
          </p:txBody>
        </p:sp>
        <p:sp>
          <p:nvSpPr>
            <p:cNvPr id="714" name="Google Shape;714;g32268d58d69_0_3017"/>
            <p:cNvSpPr/>
            <p:nvPr/>
          </p:nvSpPr>
          <p:spPr>
            <a:xfrm>
              <a:off x="1100531" y="5886610"/>
              <a:ext cx="4690800" cy="4062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99"/>
                <a:buFont typeface="Arial"/>
                <a:buNone/>
              </a:pPr>
              <a:r>
                <a:t/>
              </a:r>
              <a:endParaRPr b="0" i="0" sz="2399" u="none" cap="none" strike="noStrike">
                <a:solidFill>
                  <a:srgbClr val="FFFFFF"/>
                </a:solidFill>
                <a:latin typeface="Calibri"/>
                <a:ea typeface="Calibri"/>
                <a:cs typeface="Calibri"/>
                <a:sym typeface="Calibri"/>
              </a:endParaRPr>
            </a:p>
          </p:txBody>
        </p:sp>
      </p:grpSp>
      <p:sp>
        <p:nvSpPr>
          <p:cNvPr id="715" name="Google Shape;715;g32268d58d69_0_3017"/>
          <p:cNvSpPr txBox="1"/>
          <p:nvPr>
            <p:ph idx="4294967295" type="body"/>
          </p:nvPr>
        </p:nvSpPr>
        <p:spPr>
          <a:xfrm>
            <a:off x="661041" y="996950"/>
            <a:ext cx="3842400" cy="410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280"/>
              <a:buNone/>
            </a:pPr>
            <a:r>
              <a:rPr lang="en-US">
                <a:solidFill>
                  <a:srgbClr val="B9C7D5"/>
                </a:solidFill>
              </a:rPr>
              <a:t>with Business context</a:t>
            </a:r>
            <a:endParaRPr/>
          </a:p>
        </p:txBody>
      </p:sp>
      <p:sp>
        <p:nvSpPr>
          <p:cNvPr id="716" name="Google Shape;716;g32268d58d69_0_3017"/>
          <p:cNvSpPr txBox="1"/>
          <p:nvPr/>
        </p:nvSpPr>
        <p:spPr>
          <a:xfrm>
            <a:off x="7156238" y="3173730"/>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Revenue</a:t>
            </a:r>
            <a:endParaRPr b="0" i="0" sz="1400" u="none" cap="none" strike="noStrike">
              <a:solidFill>
                <a:srgbClr val="FFFFFF"/>
              </a:solidFill>
              <a:latin typeface="Arial"/>
              <a:ea typeface="Arial"/>
              <a:cs typeface="Arial"/>
              <a:sym typeface="Arial"/>
            </a:endParaRPr>
          </a:p>
        </p:txBody>
      </p:sp>
      <p:grpSp>
        <p:nvGrpSpPr>
          <p:cNvPr id="717" name="Google Shape;717;g32268d58d69_0_3017"/>
          <p:cNvGrpSpPr/>
          <p:nvPr/>
        </p:nvGrpSpPr>
        <p:grpSpPr>
          <a:xfrm>
            <a:off x="6855425" y="3224687"/>
            <a:ext cx="289634" cy="174302"/>
            <a:chOff x="5813424" y="3257550"/>
            <a:chExt cx="566356" cy="340899"/>
          </a:xfrm>
        </p:grpSpPr>
        <p:sp>
          <p:nvSpPr>
            <p:cNvPr id="718" name="Google Shape;718;g32268d58d69_0_3017"/>
            <p:cNvSpPr/>
            <p:nvPr/>
          </p:nvSpPr>
          <p:spPr>
            <a:xfrm>
              <a:off x="5813424" y="3257550"/>
              <a:ext cx="566356" cy="340899"/>
            </a:xfrm>
            <a:custGeom>
              <a:rect b="b" l="l" r="r" t="t"/>
              <a:pathLst>
                <a:path extrusionOk="0" h="340899" w="566356">
                  <a:moveTo>
                    <a:pt x="566357" y="340900"/>
                  </a:moveTo>
                  <a:lnTo>
                    <a:pt x="0" y="340900"/>
                  </a:lnTo>
                  <a:lnTo>
                    <a:pt x="0" y="0"/>
                  </a:lnTo>
                  <a:lnTo>
                    <a:pt x="566357" y="0"/>
                  </a:lnTo>
                  <a:lnTo>
                    <a:pt x="566357" y="340900"/>
                  </a:lnTo>
                  <a:close/>
                  <a:moveTo>
                    <a:pt x="19050" y="321850"/>
                  </a:moveTo>
                  <a:lnTo>
                    <a:pt x="547307" y="321850"/>
                  </a:lnTo>
                  <a:lnTo>
                    <a:pt x="547307" y="19050"/>
                  </a:lnTo>
                  <a:lnTo>
                    <a:pt x="19050" y="19050"/>
                  </a:lnTo>
                  <a:lnTo>
                    <a:pt x="19050" y="3218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19" name="Google Shape;719;g32268d58d69_0_3017"/>
            <p:cNvSpPr/>
            <p:nvPr/>
          </p:nvSpPr>
          <p:spPr>
            <a:xfrm>
              <a:off x="5982588" y="3309366"/>
              <a:ext cx="228028" cy="228028"/>
            </a:xfrm>
            <a:custGeom>
              <a:rect b="b" l="l" r="r" t="t"/>
              <a:pathLst>
                <a:path extrusionOk="0" h="228028" w="228028">
                  <a:moveTo>
                    <a:pt x="114014" y="228028"/>
                  </a:moveTo>
                  <a:cubicBezTo>
                    <a:pt x="51149" y="228028"/>
                    <a:pt x="0" y="176879"/>
                    <a:pt x="0" y="114014"/>
                  </a:cubicBezTo>
                  <a:cubicBezTo>
                    <a:pt x="0" y="51149"/>
                    <a:pt x="51149" y="0"/>
                    <a:pt x="114014" y="0"/>
                  </a:cubicBezTo>
                  <a:cubicBezTo>
                    <a:pt x="176879" y="0"/>
                    <a:pt x="228029" y="51149"/>
                    <a:pt x="228029" y="114014"/>
                  </a:cubicBezTo>
                  <a:cubicBezTo>
                    <a:pt x="228124" y="176879"/>
                    <a:pt x="176879" y="228028"/>
                    <a:pt x="114014" y="228028"/>
                  </a:cubicBezTo>
                  <a:close/>
                  <a:moveTo>
                    <a:pt x="114014" y="19050"/>
                  </a:moveTo>
                  <a:cubicBezTo>
                    <a:pt x="61627" y="19050"/>
                    <a:pt x="19050" y="61627"/>
                    <a:pt x="19050" y="114014"/>
                  </a:cubicBezTo>
                  <a:cubicBezTo>
                    <a:pt x="19050" y="166402"/>
                    <a:pt x="61627" y="208978"/>
                    <a:pt x="114014" y="208978"/>
                  </a:cubicBezTo>
                  <a:cubicBezTo>
                    <a:pt x="166402" y="208978"/>
                    <a:pt x="208979" y="166402"/>
                    <a:pt x="208979" y="114014"/>
                  </a:cubicBezTo>
                  <a:cubicBezTo>
                    <a:pt x="208979" y="61627"/>
                    <a:pt x="166402" y="19050"/>
                    <a:pt x="114014"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720" name="Google Shape;720;g32268d58d69_0_3017"/>
            <p:cNvGrpSpPr/>
            <p:nvPr/>
          </p:nvGrpSpPr>
          <p:grpSpPr>
            <a:xfrm>
              <a:off x="6052406" y="3351466"/>
              <a:ext cx="88391" cy="130587"/>
              <a:chOff x="6052406" y="3351466"/>
              <a:chExt cx="88391" cy="130587"/>
            </a:xfrm>
          </p:grpSpPr>
          <p:sp>
            <p:nvSpPr>
              <p:cNvPr id="721" name="Google Shape;721;g32268d58d69_0_3017"/>
              <p:cNvSpPr/>
              <p:nvPr/>
            </p:nvSpPr>
            <p:spPr>
              <a:xfrm>
                <a:off x="6052406" y="3364706"/>
                <a:ext cx="88391" cy="68198"/>
              </a:xfrm>
              <a:custGeom>
                <a:rect b="b" l="l" r="r" t="t"/>
                <a:pathLst>
                  <a:path extrusionOk="0" h="68198" w="88391">
                    <a:moveTo>
                      <a:pt x="54293" y="68199"/>
                    </a:moveTo>
                    <a:lnTo>
                      <a:pt x="34100" y="68199"/>
                    </a:lnTo>
                    <a:cubicBezTo>
                      <a:pt x="15335" y="68199"/>
                      <a:pt x="0" y="52864"/>
                      <a:pt x="0" y="34100"/>
                    </a:cubicBezTo>
                    <a:cubicBezTo>
                      <a:pt x="0" y="15335"/>
                      <a:pt x="15335" y="0"/>
                      <a:pt x="34100" y="0"/>
                    </a:cubicBezTo>
                    <a:lnTo>
                      <a:pt x="54293" y="0"/>
                    </a:lnTo>
                    <a:cubicBezTo>
                      <a:pt x="73057" y="0"/>
                      <a:pt x="88392" y="15335"/>
                      <a:pt x="88392" y="34100"/>
                    </a:cubicBezTo>
                    <a:lnTo>
                      <a:pt x="69342" y="34100"/>
                    </a:lnTo>
                    <a:cubicBezTo>
                      <a:pt x="69342" y="25813"/>
                      <a:pt x="62579" y="19050"/>
                      <a:pt x="54293" y="19050"/>
                    </a:cubicBezTo>
                    <a:lnTo>
                      <a:pt x="34100" y="19050"/>
                    </a:lnTo>
                    <a:cubicBezTo>
                      <a:pt x="25813" y="19050"/>
                      <a:pt x="19050" y="25813"/>
                      <a:pt x="19050" y="34100"/>
                    </a:cubicBezTo>
                    <a:cubicBezTo>
                      <a:pt x="19050" y="42386"/>
                      <a:pt x="25813" y="49149"/>
                      <a:pt x="34100" y="49149"/>
                    </a:cubicBezTo>
                    <a:lnTo>
                      <a:pt x="54293" y="49149"/>
                    </a:lnTo>
                    <a:lnTo>
                      <a:pt x="54293" y="68199"/>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22" name="Google Shape;722;g32268d58d69_0_3017"/>
              <p:cNvSpPr/>
              <p:nvPr/>
            </p:nvSpPr>
            <p:spPr>
              <a:xfrm>
                <a:off x="6052406" y="3413855"/>
                <a:ext cx="88391" cy="68198"/>
              </a:xfrm>
              <a:custGeom>
                <a:rect b="b" l="l" r="r" t="t"/>
                <a:pathLst>
                  <a:path extrusionOk="0" h="68198" w="88391">
                    <a:moveTo>
                      <a:pt x="54293" y="68199"/>
                    </a:moveTo>
                    <a:lnTo>
                      <a:pt x="34100" y="68199"/>
                    </a:lnTo>
                    <a:cubicBezTo>
                      <a:pt x="15335" y="68199"/>
                      <a:pt x="0" y="52864"/>
                      <a:pt x="0" y="34100"/>
                    </a:cubicBezTo>
                    <a:lnTo>
                      <a:pt x="19050" y="34100"/>
                    </a:lnTo>
                    <a:cubicBezTo>
                      <a:pt x="19050" y="42386"/>
                      <a:pt x="25813" y="49149"/>
                      <a:pt x="34100" y="49149"/>
                    </a:cubicBezTo>
                    <a:lnTo>
                      <a:pt x="54293" y="49149"/>
                    </a:lnTo>
                    <a:cubicBezTo>
                      <a:pt x="62579" y="49149"/>
                      <a:pt x="69342" y="42386"/>
                      <a:pt x="69342" y="34100"/>
                    </a:cubicBezTo>
                    <a:cubicBezTo>
                      <a:pt x="69342" y="25813"/>
                      <a:pt x="62579" y="19050"/>
                      <a:pt x="54293" y="19050"/>
                    </a:cubicBezTo>
                    <a:lnTo>
                      <a:pt x="34100" y="19050"/>
                    </a:lnTo>
                    <a:lnTo>
                      <a:pt x="34100" y="0"/>
                    </a:lnTo>
                    <a:lnTo>
                      <a:pt x="54293" y="0"/>
                    </a:lnTo>
                    <a:cubicBezTo>
                      <a:pt x="73057" y="0"/>
                      <a:pt x="88392" y="15335"/>
                      <a:pt x="88392" y="34100"/>
                    </a:cubicBezTo>
                    <a:cubicBezTo>
                      <a:pt x="88392" y="52864"/>
                      <a:pt x="73152" y="68199"/>
                      <a:pt x="54293" y="68199"/>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23" name="Google Shape;723;g32268d58d69_0_3017"/>
              <p:cNvSpPr/>
              <p:nvPr/>
            </p:nvSpPr>
            <p:spPr>
              <a:xfrm>
                <a:off x="6087077" y="3351466"/>
                <a:ext cx="19050" cy="22764"/>
              </a:xfrm>
              <a:custGeom>
                <a:rect b="b" l="l" r="r" t="t"/>
                <a:pathLst>
                  <a:path extrusionOk="0" h="22764" w="19050">
                    <a:moveTo>
                      <a:pt x="0" y="0"/>
                    </a:moveTo>
                    <a:lnTo>
                      <a:pt x="19050" y="0"/>
                    </a:lnTo>
                    <a:lnTo>
                      <a:pt x="19050" y="22765"/>
                    </a:lnTo>
                    <a:lnTo>
                      <a:pt x="0" y="22765"/>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724" name="Google Shape;724;g32268d58d69_0_3017"/>
            <p:cNvGrpSpPr/>
            <p:nvPr/>
          </p:nvGrpSpPr>
          <p:grpSpPr>
            <a:xfrm>
              <a:off x="5877622" y="3413855"/>
              <a:ext cx="437959" cy="19050"/>
              <a:chOff x="5877622" y="3413855"/>
              <a:chExt cx="437959" cy="19050"/>
            </a:xfrm>
          </p:grpSpPr>
          <p:sp>
            <p:nvSpPr>
              <p:cNvPr id="725" name="Google Shape;725;g32268d58d69_0_3017"/>
              <p:cNvSpPr/>
              <p:nvPr/>
            </p:nvSpPr>
            <p:spPr>
              <a:xfrm>
                <a:off x="5877622" y="3413855"/>
                <a:ext cx="61436" cy="19050"/>
              </a:xfrm>
              <a:custGeom>
                <a:rect b="b" l="l" r="r" t="t"/>
                <a:pathLst>
                  <a:path extrusionOk="0" h="19050" w="61436">
                    <a:moveTo>
                      <a:pt x="0" y="0"/>
                    </a:moveTo>
                    <a:lnTo>
                      <a:pt x="61436" y="0"/>
                    </a:lnTo>
                    <a:lnTo>
                      <a:pt x="61436"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26" name="Google Shape;726;g32268d58d69_0_3017"/>
              <p:cNvSpPr/>
              <p:nvPr/>
            </p:nvSpPr>
            <p:spPr>
              <a:xfrm>
                <a:off x="6254145" y="3413855"/>
                <a:ext cx="61436" cy="19050"/>
              </a:xfrm>
              <a:custGeom>
                <a:rect b="b" l="l" r="r" t="t"/>
                <a:pathLst>
                  <a:path extrusionOk="0" h="19050" w="61436">
                    <a:moveTo>
                      <a:pt x="0" y="0"/>
                    </a:moveTo>
                    <a:lnTo>
                      <a:pt x="61436" y="0"/>
                    </a:lnTo>
                    <a:lnTo>
                      <a:pt x="61436"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727" name="Google Shape;727;g32268d58d69_0_3017"/>
            <p:cNvSpPr/>
            <p:nvPr/>
          </p:nvSpPr>
          <p:spPr>
            <a:xfrm>
              <a:off x="6087077" y="3472529"/>
              <a:ext cx="19050" cy="22764"/>
            </a:xfrm>
            <a:custGeom>
              <a:rect b="b" l="l" r="r" t="t"/>
              <a:pathLst>
                <a:path extrusionOk="0" h="22764" w="19050">
                  <a:moveTo>
                    <a:pt x="0" y="0"/>
                  </a:moveTo>
                  <a:lnTo>
                    <a:pt x="19050" y="0"/>
                  </a:lnTo>
                  <a:lnTo>
                    <a:pt x="19050" y="22765"/>
                  </a:lnTo>
                  <a:lnTo>
                    <a:pt x="0" y="22765"/>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728" name="Google Shape;728;g32268d58d69_0_3017"/>
          <p:cNvSpPr txBox="1"/>
          <p:nvPr/>
        </p:nvSpPr>
        <p:spPr>
          <a:xfrm>
            <a:off x="7156238" y="3795740"/>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Conversion</a:t>
            </a:r>
            <a:endParaRPr b="0" i="0" sz="1400" u="none" cap="none" strike="noStrike">
              <a:solidFill>
                <a:srgbClr val="FFFFFF"/>
              </a:solidFill>
              <a:latin typeface="Arial"/>
              <a:ea typeface="Arial"/>
              <a:cs typeface="Arial"/>
              <a:sym typeface="Arial"/>
            </a:endParaRPr>
          </a:p>
        </p:txBody>
      </p:sp>
      <p:grpSp>
        <p:nvGrpSpPr>
          <p:cNvPr id="729" name="Google Shape;729;g32268d58d69_0_3017"/>
          <p:cNvGrpSpPr/>
          <p:nvPr/>
        </p:nvGrpSpPr>
        <p:grpSpPr>
          <a:xfrm>
            <a:off x="6877241" y="3816847"/>
            <a:ext cx="241170" cy="236212"/>
            <a:chOff x="5822949" y="3167062"/>
            <a:chExt cx="538447" cy="527494"/>
          </a:xfrm>
        </p:grpSpPr>
        <p:sp>
          <p:nvSpPr>
            <p:cNvPr id="730" name="Google Shape;730;g32268d58d69_0_3017"/>
            <p:cNvSpPr/>
            <p:nvPr/>
          </p:nvSpPr>
          <p:spPr>
            <a:xfrm>
              <a:off x="5822949" y="3167062"/>
              <a:ext cx="523875" cy="527494"/>
            </a:xfrm>
            <a:custGeom>
              <a:rect b="b" l="l" r="r" t="t"/>
              <a:pathLst>
                <a:path extrusionOk="0" h="527494" w="523875">
                  <a:moveTo>
                    <a:pt x="523875" y="527495"/>
                  </a:moveTo>
                  <a:lnTo>
                    <a:pt x="0" y="527495"/>
                  </a:lnTo>
                  <a:lnTo>
                    <a:pt x="0" y="0"/>
                  </a:lnTo>
                  <a:lnTo>
                    <a:pt x="19050" y="0"/>
                  </a:lnTo>
                  <a:lnTo>
                    <a:pt x="19050" y="508445"/>
                  </a:lnTo>
                  <a:lnTo>
                    <a:pt x="523875" y="508445"/>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31" name="Google Shape;731;g32268d58d69_0_3017"/>
            <p:cNvSpPr/>
            <p:nvPr/>
          </p:nvSpPr>
          <p:spPr>
            <a:xfrm rot="-2700000">
              <a:off x="5775183" y="3537269"/>
              <a:ext cx="390833" cy="19060"/>
            </a:xfrm>
            <a:custGeom>
              <a:rect b="b" l="l" r="r" t="t"/>
              <a:pathLst>
                <a:path extrusionOk="0" h="19049" w="390616">
                  <a:moveTo>
                    <a:pt x="0" y="0"/>
                  </a:moveTo>
                  <a:lnTo>
                    <a:pt x="390617" y="0"/>
                  </a:lnTo>
                  <a:lnTo>
                    <a:pt x="390617"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32" name="Google Shape;732;g32268d58d69_0_3017"/>
            <p:cNvSpPr/>
            <p:nvPr/>
          </p:nvSpPr>
          <p:spPr>
            <a:xfrm rot="-2700000">
              <a:off x="6018940" y="3383481"/>
              <a:ext cx="390833" cy="19060"/>
            </a:xfrm>
            <a:custGeom>
              <a:rect b="b" l="l" r="r" t="t"/>
              <a:pathLst>
                <a:path extrusionOk="0" h="19049" w="390616">
                  <a:moveTo>
                    <a:pt x="0" y="0"/>
                  </a:moveTo>
                  <a:lnTo>
                    <a:pt x="390617" y="0"/>
                  </a:lnTo>
                  <a:lnTo>
                    <a:pt x="390617"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33" name="Google Shape;733;g32268d58d69_0_3017"/>
            <p:cNvSpPr/>
            <p:nvPr/>
          </p:nvSpPr>
          <p:spPr>
            <a:xfrm>
              <a:off x="6264051" y="3246024"/>
              <a:ext cx="97345" cy="97250"/>
            </a:xfrm>
            <a:custGeom>
              <a:rect b="b" l="l" r="r" t="t"/>
              <a:pathLst>
                <a:path extrusionOk="0" h="97250" w="97345">
                  <a:moveTo>
                    <a:pt x="97345" y="97250"/>
                  </a:moveTo>
                  <a:lnTo>
                    <a:pt x="78295" y="97250"/>
                  </a:lnTo>
                  <a:lnTo>
                    <a:pt x="78295" y="19050"/>
                  </a:lnTo>
                  <a:lnTo>
                    <a:pt x="0" y="19050"/>
                  </a:lnTo>
                  <a:lnTo>
                    <a:pt x="0" y="0"/>
                  </a:lnTo>
                  <a:lnTo>
                    <a:pt x="97345" y="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734" name="Google Shape;734;g32268d58d69_0_3017"/>
          <p:cNvSpPr txBox="1"/>
          <p:nvPr/>
        </p:nvSpPr>
        <p:spPr>
          <a:xfrm>
            <a:off x="7156238" y="4417750"/>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3</a:t>
            </a:r>
            <a:r>
              <a:rPr b="0" baseline="30000" i="0" lang="en-US" sz="1200" u="none" cap="none" strike="noStrike">
                <a:solidFill>
                  <a:srgbClr val="FFFFFF"/>
                </a:solidFill>
                <a:latin typeface="Arial"/>
                <a:ea typeface="Arial"/>
                <a:cs typeface="Arial"/>
                <a:sym typeface="Arial"/>
              </a:rPr>
              <a:t>rd</a:t>
            </a:r>
            <a:r>
              <a:rPr b="0" i="0" lang="en-US" sz="1200" u="none" cap="none" strike="noStrike">
                <a:solidFill>
                  <a:srgbClr val="FFFFFF"/>
                </a:solidFill>
                <a:latin typeface="Arial"/>
                <a:ea typeface="Arial"/>
                <a:cs typeface="Arial"/>
                <a:sym typeface="Arial"/>
              </a:rPr>
              <a:t> Party SaaS service</a:t>
            </a:r>
            <a:endParaRPr b="0" i="0" sz="1400" u="none" cap="none" strike="noStrike">
              <a:solidFill>
                <a:srgbClr val="FFFFFF"/>
              </a:solidFill>
              <a:latin typeface="Arial"/>
              <a:ea typeface="Arial"/>
              <a:cs typeface="Arial"/>
              <a:sym typeface="Arial"/>
            </a:endParaRPr>
          </a:p>
        </p:txBody>
      </p:sp>
      <p:grpSp>
        <p:nvGrpSpPr>
          <p:cNvPr id="735" name="Google Shape;735;g32268d58d69_0_3017"/>
          <p:cNvGrpSpPr/>
          <p:nvPr/>
        </p:nvGrpSpPr>
        <p:grpSpPr>
          <a:xfrm>
            <a:off x="6860926" y="4432508"/>
            <a:ext cx="277320" cy="249124"/>
            <a:chOff x="5818187" y="3181350"/>
            <a:chExt cx="554639" cy="498347"/>
          </a:xfrm>
        </p:grpSpPr>
        <p:grpSp>
          <p:nvGrpSpPr>
            <p:cNvPr id="736" name="Google Shape;736;g32268d58d69_0_3017"/>
            <p:cNvGrpSpPr/>
            <p:nvPr/>
          </p:nvGrpSpPr>
          <p:grpSpPr>
            <a:xfrm>
              <a:off x="5818187" y="3181350"/>
              <a:ext cx="554639" cy="498347"/>
              <a:chOff x="5818187" y="3181350"/>
              <a:chExt cx="554639" cy="498347"/>
            </a:xfrm>
          </p:grpSpPr>
          <p:sp>
            <p:nvSpPr>
              <p:cNvPr id="737" name="Google Shape;737;g32268d58d69_0_3017"/>
              <p:cNvSpPr/>
              <p:nvPr/>
            </p:nvSpPr>
            <p:spPr>
              <a:xfrm rot="-3598236">
                <a:off x="5902969" y="3420235"/>
                <a:ext cx="197471" cy="19033"/>
              </a:xfrm>
              <a:custGeom>
                <a:rect b="b" l="l" r="r" t="t"/>
                <a:pathLst>
                  <a:path extrusionOk="0" h="19050" w="197646">
                    <a:moveTo>
                      <a:pt x="0" y="0"/>
                    </a:moveTo>
                    <a:lnTo>
                      <a:pt x="197647" y="0"/>
                    </a:lnTo>
                    <a:lnTo>
                      <a:pt x="197647"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38" name="Google Shape;738;g32268d58d69_0_3017"/>
              <p:cNvSpPr/>
              <p:nvPr/>
            </p:nvSpPr>
            <p:spPr>
              <a:xfrm rot="-1801764">
                <a:off x="6179154" y="3330966"/>
                <a:ext cx="19032" cy="194894"/>
              </a:xfrm>
              <a:custGeom>
                <a:rect b="b" l="l" r="r" t="t"/>
                <a:pathLst>
                  <a:path extrusionOk="0" h="195067" w="19049">
                    <a:moveTo>
                      <a:pt x="0" y="0"/>
                    </a:moveTo>
                    <a:lnTo>
                      <a:pt x="19050" y="0"/>
                    </a:lnTo>
                    <a:lnTo>
                      <a:pt x="19050" y="195068"/>
                    </a:lnTo>
                    <a:lnTo>
                      <a:pt x="0" y="195068"/>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39" name="Google Shape;739;g32268d58d69_0_3017"/>
              <p:cNvSpPr/>
              <p:nvPr/>
            </p:nvSpPr>
            <p:spPr>
              <a:xfrm>
                <a:off x="5993828" y="3577590"/>
                <a:ext cx="203358" cy="19050"/>
              </a:xfrm>
              <a:custGeom>
                <a:rect b="b" l="l" r="r" t="t"/>
                <a:pathLst>
                  <a:path extrusionOk="0" h="19050" w="203358">
                    <a:moveTo>
                      <a:pt x="0" y="0"/>
                    </a:moveTo>
                    <a:lnTo>
                      <a:pt x="203359" y="0"/>
                    </a:lnTo>
                    <a:lnTo>
                      <a:pt x="203359"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40" name="Google Shape;740;g32268d58d69_0_3017"/>
              <p:cNvSpPr/>
              <p:nvPr/>
            </p:nvSpPr>
            <p:spPr>
              <a:xfrm>
                <a:off x="6002876" y="3181350"/>
                <a:ext cx="185166" cy="185166"/>
              </a:xfrm>
              <a:custGeom>
                <a:rect b="b" l="l" r="r" t="t"/>
                <a:pathLst>
                  <a:path extrusionOk="0" h="185166" w="185166">
                    <a:moveTo>
                      <a:pt x="92583" y="185166"/>
                    </a:moveTo>
                    <a:cubicBezTo>
                      <a:pt x="41529" y="185166"/>
                      <a:pt x="0" y="143637"/>
                      <a:pt x="0" y="92583"/>
                    </a:cubicBezTo>
                    <a:cubicBezTo>
                      <a:pt x="0" y="41529"/>
                      <a:pt x="41529" y="0"/>
                      <a:pt x="92583" y="0"/>
                    </a:cubicBezTo>
                    <a:cubicBezTo>
                      <a:pt x="143637" y="0"/>
                      <a:pt x="185166" y="41529"/>
                      <a:pt x="185166" y="92583"/>
                    </a:cubicBezTo>
                    <a:cubicBezTo>
                      <a:pt x="185166" y="143637"/>
                      <a:pt x="143637" y="185166"/>
                      <a:pt x="92583" y="185166"/>
                    </a:cubicBezTo>
                    <a:close/>
                    <a:moveTo>
                      <a:pt x="92583" y="19050"/>
                    </a:moveTo>
                    <a:cubicBezTo>
                      <a:pt x="52007" y="19050"/>
                      <a:pt x="19050" y="52007"/>
                      <a:pt x="19050" y="92583"/>
                    </a:cubicBezTo>
                    <a:cubicBezTo>
                      <a:pt x="19050" y="133160"/>
                      <a:pt x="52007" y="166116"/>
                      <a:pt x="92583" y="166116"/>
                    </a:cubicBezTo>
                    <a:cubicBezTo>
                      <a:pt x="133160" y="166116"/>
                      <a:pt x="166116" y="133160"/>
                      <a:pt x="166116" y="92583"/>
                    </a:cubicBezTo>
                    <a:cubicBezTo>
                      <a:pt x="166116" y="52007"/>
                      <a:pt x="133160" y="19050"/>
                      <a:pt x="92583"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41" name="Google Shape;741;g32268d58d69_0_3017"/>
              <p:cNvSpPr/>
              <p:nvPr/>
            </p:nvSpPr>
            <p:spPr>
              <a:xfrm>
                <a:off x="5818187" y="3494532"/>
                <a:ext cx="185166" cy="185165"/>
              </a:xfrm>
              <a:custGeom>
                <a:rect b="b" l="l" r="r" t="t"/>
                <a:pathLst>
                  <a:path extrusionOk="0" h="185165" w="185166">
                    <a:moveTo>
                      <a:pt x="92583" y="185166"/>
                    </a:moveTo>
                    <a:cubicBezTo>
                      <a:pt x="41529" y="185166"/>
                      <a:pt x="0" y="143637"/>
                      <a:pt x="0" y="92583"/>
                    </a:cubicBezTo>
                    <a:cubicBezTo>
                      <a:pt x="0" y="41529"/>
                      <a:pt x="41529" y="0"/>
                      <a:pt x="92583" y="0"/>
                    </a:cubicBezTo>
                    <a:cubicBezTo>
                      <a:pt x="143637" y="0"/>
                      <a:pt x="185166" y="41529"/>
                      <a:pt x="185166" y="92583"/>
                    </a:cubicBezTo>
                    <a:cubicBezTo>
                      <a:pt x="185166" y="143637"/>
                      <a:pt x="143637" y="185166"/>
                      <a:pt x="92583" y="185166"/>
                    </a:cubicBezTo>
                    <a:close/>
                    <a:moveTo>
                      <a:pt x="92583" y="19050"/>
                    </a:moveTo>
                    <a:cubicBezTo>
                      <a:pt x="52007" y="19050"/>
                      <a:pt x="19050" y="52102"/>
                      <a:pt x="19050" y="92583"/>
                    </a:cubicBezTo>
                    <a:cubicBezTo>
                      <a:pt x="19050" y="133064"/>
                      <a:pt x="52007" y="166116"/>
                      <a:pt x="92583" y="166116"/>
                    </a:cubicBezTo>
                    <a:cubicBezTo>
                      <a:pt x="133160" y="166116"/>
                      <a:pt x="166116" y="133160"/>
                      <a:pt x="166116" y="92583"/>
                    </a:cubicBezTo>
                    <a:cubicBezTo>
                      <a:pt x="166116" y="52006"/>
                      <a:pt x="133064" y="19050"/>
                      <a:pt x="92583"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42" name="Google Shape;742;g32268d58d69_0_3017"/>
              <p:cNvSpPr/>
              <p:nvPr/>
            </p:nvSpPr>
            <p:spPr>
              <a:xfrm>
                <a:off x="6187661" y="3494532"/>
                <a:ext cx="185165" cy="185165"/>
              </a:xfrm>
              <a:custGeom>
                <a:rect b="b" l="l" r="r" t="t"/>
                <a:pathLst>
                  <a:path extrusionOk="0" h="185165" w="185165">
                    <a:moveTo>
                      <a:pt x="92583" y="185166"/>
                    </a:moveTo>
                    <a:cubicBezTo>
                      <a:pt x="41529" y="185166"/>
                      <a:pt x="0" y="143637"/>
                      <a:pt x="0" y="92583"/>
                    </a:cubicBezTo>
                    <a:cubicBezTo>
                      <a:pt x="0" y="41529"/>
                      <a:pt x="41529" y="0"/>
                      <a:pt x="92583" y="0"/>
                    </a:cubicBezTo>
                    <a:cubicBezTo>
                      <a:pt x="143637" y="0"/>
                      <a:pt x="185166" y="41529"/>
                      <a:pt x="185166" y="92583"/>
                    </a:cubicBezTo>
                    <a:cubicBezTo>
                      <a:pt x="185166" y="143637"/>
                      <a:pt x="143637" y="185166"/>
                      <a:pt x="92583" y="185166"/>
                    </a:cubicBezTo>
                    <a:close/>
                    <a:moveTo>
                      <a:pt x="92583" y="19050"/>
                    </a:moveTo>
                    <a:cubicBezTo>
                      <a:pt x="52006" y="19050"/>
                      <a:pt x="19050" y="52006"/>
                      <a:pt x="19050" y="92583"/>
                    </a:cubicBezTo>
                    <a:cubicBezTo>
                      <a:pt x="19050" y="133160"/>
                      <a:pt x="52006" y="166116"/>
                      <a:pt x="92583" y="166116"/>
                    </a:cubicBezTo>
                    <a:cubicBezTo>
                      <a:pt x="133160" y="166116"/>
                      <a:pt x="166116" y="133160"/>
                      <a:pt x="166116" y="92583"/>
                    </a:cubicBezTo>
                    <a:cubicBezTo>
                      <a:pt x="166116" y="52006"/>
                      <a:pt x="133160" y="19050"/>
                      <a:pt x="92583"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743" name="Google Shape;743;g32268d58d69_0_3017"/>
            <p:cNvSpPr/>
            <p:nvPr/>
          </p:nvSpPr>
          <p:spPr>
            <a:xfrm rot="-1801764">
              <a:off x="6212027" y="3485476"/>
              <a:ext cx="19032" cy="76035"/>
            </a:xfrm>
            <a:custGeom>
              <a:rect b="b" l="l" r="r" t="t"/>
              <a:pathLst>
                <a:path extrusionOk="0" h="76103" w="19049">
                  <a:moveTo>
                    <a:pt x="0" y="0"/>
                  </a:moveTo>
                  <a:lnTo>
                    <a:pt x="19050" y="0"/>
                  </a:lnTo>
                  <a:lnTo>
                    <a:pt x="19050" y="76103"/>
                  </a:lnTo>
                  <a:lnTo>
                    <a:pt x="0" y="76103"/>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44" name="Google Shape;744;g32268d58d69_0_3017"/>
            <p:cNvSpPr/>
            <p:nvPr/>
          </p:nvSpPr>
          <p:spPr>
            <a:xfrm>
              <a:off x="5965824" y="3558540"/>
              <a:ext cx="55626" cy="19050"/>
            </a:xfrm>
            <a:custGeom>
              <a:rect b="b" l="l" r="r" t="t"/>
              <a:pathLst>
                <a:path extrusionOk="0" h="19050" w="55626">
                  <a:moveTo>
                    <a:pt x="0" y="0"/>
                  </a:moveTo>
                  <a:lnTo>
                    <a:pt x="55626" y="0"/>
                  </a:lnTo>
                  <a:lnTo>
                    <a:pt x="55626"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745" name="Google Shape;745;g32268d58d69_0_3017"/>
          <p:cNvSpPr txBox="1"/>
          <p:nvPr/>
        </p:nvSpPr>
        <p:spPr>
          <a:xfrm>
            <a:off x="7156238" y="5039760"/>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User journey</a:t>
            </a:r>
            <a:endParaRPr b="0" i="0" sz="1400" u="none" cap="none" strike="noStrike">
              <a:solidFill>
                <a:srgbClr val="FFFFFF"/>
              </a:solidFill>
              <a:latin typeface="Arial"/>
              <a:ea typeface="Arial"/>
              <a:cs typeface="Arial"/>
              <a:sym typeface="Arial"/>
            </a:endParaRPr>
          </a:p>
        </p:txBody>
      </p:sp>
      <p:grpSp>
        <p:nvGrpSpPr>
          <p:cNvPr id="746" name="Google Shape;746;g32268d58d69_0_3017"/>
          <p:cNvGrpSpPr/>
          <p:nvPr/>
        </p:nvGrpSpPr>
        <p:grpSpPr>
          <a:xfrm>
            <a:off x="6858408" y="5063603"/>
            <a:ext cx="279621" cy="227521"/>
            <a:chOff x="5784849" y="3176587"/>
            <a:chExt cx="614552" cy="500157"/>
          </a:xfrm>
        </p:grpSpPr>
        <p:sp>
          <p:nvSpPr>
            <p:cNvPr id="747" name="Google Shape;747;g32268d58d69_0_3017"/>
            <p:cNvSpPr/>
            <p:nvPr/>
          </p:nvSpPr>
          <p:spPr>
            <a:xfrm>
              <a:off x="5784849" y="3176587"/>
              <a:ext cx="614552" cy="500157"/>
            </a:xfrm>
            <a:custGeom>
              <a:rect b="b" l="l" r="r" t="t"/>
              <a:pathLst>
                <a:path extrusionOk="0" h="500157" w="614552">
                  <a:moveTo>
                    <a:pt x="552641" y="500158"/>
                  </a:moveTo>
                  <a:lnTo>
                    <a:pt x="61913" y="500158"/>
                  </a:lnTo>
                  <a:cubicBezTo>
                    <a:pt x="27813" y="500158"/>
                    <a:pt x="0" y="472345"/>
                    <a:pt x="0" y="438245"/>
                  </a:cubicBezTo>
                  <a:lnTo>
                    <a:pt x="0" y="61913"/>
                  </a:lnTo>
                  <a:cubicBezTo>
                    <a:pt x="0" y="27813"/>
                    <a:pt x="27813" y="0"/>
                    <a:pt x="61913" y="0"/>
                  </a:cubicBezTo>
                  <a:lnTo>
                    <a:pt x="552641" y="0"/>
                  </a:lnTo>
                  <a:cubicBezTo>
                    <a:pt x="586740" y="0"/>
                    <a:pt x="614553" y="27813"/>
                    <a:pt x="614553" y="61913"/>
                  </a:cubicBezTo>
                  <a:lnTo>
                    <a:pt x="614553" y="78581"/>
                  </a:lnTo>
                  <a:lnTo>
                    <a:pt x="19050" y="78581"/>
                  </a:lnTo>
                  <a:lnTo>
                    <a:pt x="19050" y="438245"/>
                  </a:lnTo>
                  <a:cubicBezTo>
                    <a:pt x="19050" y="461867"/>
                    <a:pt x="38291" y="481108"/>
                    <a:pt x="61913" y="481108"/>
                  </a:cubicBezTo>
                  <a:lnTo>
                    <a:pt x="552641" y="481108"/>
                  </a:lnTo>
                  <a:cubicBezTo>
                    <a:pt x="576263" y="481108"/>
                    <a:pt x="595503" y="461867"/>
                    <a:pt x="595503" y="438245"/>
                  </a:cubicBezTo>
                  <a:lnTo>
                    <a:pt x="595503" y="103918"/>
                  </a:lnTo>
                  <a:lnTo>
                    <a:pt x="614553" y="103918"/>
                  </a:lnTo>
                  <a:lnTo>
                    <a:pt x="614553" y="438245"/>
                  </a:lnTo>
                  <a:cubicBezTo>
                    <a:pt x="614553" y="472440"/>
                    <a:pt x="586835" y="500158"/>
                    <a:pt x="552641" y="500158"/>
                  </a:cubicBezTo>
                  <a:close/>
                  <a:moveTo>
                    <a:pt x="19145" y="59531"/>
                  </a:moveTo>
                  <a:lnTo>
                    <a:pt x="595503" y="59531"/>
                  </a:lnTo>
                  <a:cubicBezTo>
                    <a:pt x="594265" y="37052"/>
                    <a:pt x="575501" y="19050"/>
                    <a:pt x="552641" y="19050"/>
                  </a:cubicBezTo>
                  <a:lnTo>
                    <a:pt x="61913" y="19050"/>
                  </a:lnTo>
                  <a:cubicBezTo>
                    <a:pt x="39053" y="19050"/>
                    <a:pt x="20384" y="37052"/>
                    <a:pt x="19145" y="59531"/>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748" name="Google Shape;748;g32268d58d69_0_3017"/>
            <p:cNvGrpSpPr/>
            <p:nvPr/>
          </p:nvGrpSpPr>
          <p:grpSpPr>
            <a:xfrm>
              <a:off x="5987826" y="3323843"/>
              <a:ext cx="208597" cy="245935"/>
              <a:chOff x="5987826" y="3323843"/>
              <a:chExt cx="208597" cy="245935"/>
            </a:xfrm>
          </p:grpSpPr>
          <p:sp>
            <p:nvSpPr>
              <p:cNvPr id="749" name="Google Shape;749;g32268d58d69_0_3017"/>
              <p:cNvSpPr/>
              <p:nvPr/>
            </p:nvSpPr>
            <p:spPr>
              <a:xfrm>
                <a:off x="5987826" y="3465480"/>
                <a:ext cx="208597" cy="104298"/>
              </a:xfrm>
              <a:custGeom>
                <a:rect b="b" l="l" r="r" t="t"/>
                <a:pathLst>
                  <a:path extrusionOk="0" h="104298" w="208597">
                    <a:moveTo>
                      <a:pt x="208598" y="104299"/>
                    </a:moveTo>
                    <a:lnTo>
                      <a:pt x="189548" y="104299"/>
                    </a:lnTo>
                    <a:cubicBezTo>
                      <a:pt x="189548" y="57340"/>
                      <a:pt x="151352" y="19050"/>
                      <a:pt x="104299" y="19050"/>
                    </a:cubicBezTo>
                    <a:cubicBezTo>
                      <a:pt x="57341" y="19050"/>
                      <a:pt x="19050" y="57245"/>
                      <a:pt x="19050" y="104299"/>
                    </a:cubicBezTo>
                    <a:lnTo>
                      <a:pt x="0" y="104299"/>
                    </a:lnTo>
                    <a:cubicBezTo>
                      <a:pt x="0" y="46768"/>
                      <a:pt x="46768" y="0"/>
                      <a:pt x="104299" y="0"/>
                    </a:cubicBezTo>
                    <a:cubicBezTo>
                      <a:pt x="161830" y="0"/>
                      <a:pt x="208598" y="46768"/>
                      <a:pt x="208598" y="104299"/>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50" name="Google Shape;750;g32268d58d69_0_3017"/>
              <p:cNvSpPr/>
              <p:nvPr/>
            </p:nvSpPr>
            <p:spPr>
              <a:xfrm>
                <a:off x="6028117" y="3323843"/>
                <a:ext cx="128015" cy="128015"/>
              </a:xfrm>
              <a:custGeom>
                <a:rect b="b" l="l" r="r" t="t"/>
                <a:pathLst>
                  <a:path extrusionOk="0" h="128015" w="128015">
                    <a:moveTo>
                      <a:pt x="64008" y="128016"/>
                    </a:moveTo>
                    <a:cubicBezTo>
                      <a:pt x="28765" y="128016"/>
                      <a:pt x="0" y="99346"/>
                      <a:pt x="0" y="64008"/>
                    </a:cubicBezTo>
                    <a:cubicBezTo>
                      <a:pt x="0" y="28765"/>
                      <a:pt x="28670" y="0"/>
                      <a:pt x="64008" y="0"/>
                    </a:cubicBezTo>
                    <a:cubicBezTo>
                      <a:pt x="99250" y="0"/>
                      <a:pt x="128016" y="28670"/>
                      <a:pt x="128016" y="64008"/>
                    </a:cubicBezTo>
                    <a:cubicBezTo>
                      <a:pt x="128016" y="99250"/>
                      <a:pt x="99346" y="128016"/>
                      <a:pt x="64008" y="128016"/>
                    </a:cubicBezTo>
                    <a:close/>
                    <a:moveTo>
                      <a:pt x="64008" y="19050"/>
                    </a:moveTo>
                    <a:cubicBezTo>
                      <a:pt x="39243" y="19050"/>
                      <a:pt x="19050" y="39243"/>
                      <a:pt x="19050" y="64008"/>
                    </a:cubicBezTo>
                    <a:cubicBezTo>
                      <a:pt x="19050" y="88773"/>
                      <a:pt x="39243" y="108966"/>
                      <a:pt x="64008" y="108966"/>
                    </a:cubicBezTo>
                    <a:cubicBezTo>
                      <a:pt x="88773" y="108966"/>
                      <a:pt x="108966" y="88773"/>
                      <a:pt x="108966" y="64008"/>
                    </a:cubicBezTo>
                    <a:cubicBezTo>
                      <a:pt x="108966" y="39243"/>
                      <a:pt x="88773" y="19050"/>
                      <a:pt x="64008"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grpSp>
        <p:nvGrpSpPr>
          <p:cNvPr id="751" name="Google Shape;751;g32268d58d69_0_3017"/>
          <p:cNvGrpSpPr/>
          <p:nvPr/>
        </p:nvGrpSpPr>
        <p:grpSpPr>
          <a:xfrm>
            <a:off x="916118" y="2707716"/>
            <a:ext cx="1796959" cy="2839385"/>
            <a:chOff x="914532" y="2328817"/>
            <a:chExt cx="1796959" cy="2840237"/>
          </a:xfrm>
        </p:grpSpPr>
        <p:grpSp>
          <p:nvGrpSpPr>
            <p:cNvPr id="752" name="Google Shape;752;g32268d58d69_0_3017"/>
            <p:cNvGrpSpPr/>
            <p:nvPr/>
          </p:nvGrpSpPr>
          <p:grpSpPr>
            <a:xfrm>
              <a:off x="914532" y="2328817"/>
              <a:ext cx="1796959" cy="121966"/>
              <a:chOff x="876017" y="2328845"/>
              <a:chExt cx="3014021" cy="204573"/>
            </a:xfrm>
          </p:grpSpPr>
          <p:sp>
            <p:nvSpPr>
              <p:cNvPr id="753" name="Google Shape;753;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54" name="Google Shape;754;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55" name="Google Shape;755;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56" name="Google Shape;756;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57" name="Google Shape;757;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58" name="Google Shape;758;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59" name="Google Shape;759;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60" name="Google Shape;760;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61" name="Google Shape;761;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62" name="Google Shape;762;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63" name="Google Shape;763;g32268d58d69_0_3017"/>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764" name="Google Shape;764;g32268d58d69_0_3017"/>
            <p:cNvGrpSpPr/>
            <p:nvPr/>
          </p:nvGrpSpPr>
          <p:grpSpPr>
            <a:xfrm>
              <a:off x="1022934" y="2498709"/>
              <a:ext cx="1629461" cy="121966"/>
              <a:chOff x="876017" y="2328845"/>
              <a:chExt cx="2733078" cy="204573"/>
            </a:xfrm>
          </p:grpSpPr>
          <p:sp>
            <p:nvSpPr>
              <p:cNvPr id="765" name="Google Shape;765;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66" name="Google Shape;766;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67" name="Google Shape;767;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68" name="Google Shape;768;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69" name="Google Shape;769;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70" name="Google Shape;770;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71" name="Google Shape;771;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72" name="Google Shape;772;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73" name="Google Shape;773;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74" name="Google Shape;774;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775" name="Google Shape;775;g32268d58d69_0_3017"/>
            <p:cNvGrpSpPr/>
            <p:nvPr/>
          </p:nvGrpSpPr>
          <p:grpSpPr>
            <a:xfrm>
              <a:off x="914532" y="2668601"/>
              <a:ext cx="1796959" cy="121966"/>
              <a:chOff x="876017" y="2328845"/>
              <a:chExt cx="3014021" cy="204573"/>
            </a:xfrm>
          </p:grpSpPr>
          <p:sp>
            <p:nvSpPr>
              <p:cNvPr id="776" name="Google Shape;776;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77" name="Google Shape;777;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78" name="Google Shape;778;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79" name="Google Shape;779;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80" name="Google Shape;780;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81" name="Google Shape;781;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82" name="Google Shape;782;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83" name="Google Shape;783;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84" name="Google Shape;784;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85" name="Google Shape;785;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86" name="Google Shape;786;g32268d58d69_0_3017"/>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787" name="Google Shape;787;g32268d58d69_0_3017"/>
            <p:cNvGrpSpPr/>
            <p:nvPr/>
          </p:nvGrpSpPr>
          <p:grpSpPr>
            <a:xfrm>
              <a:off x="1022934" y="2838493"/>
              <a:ext cx="1629461" cy="121966"/>
              <a:chOff x="876017" y="2328845"/>
              <a:chExt cx="2733078" cy="204573"/>
            </a:xfrm>
          </p:grpSpPr>
          <p:sp>
            <p:nvSpPr>
              <p:cNvPr id="788" name="Google Shape;788;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89" name="Google Shape;789;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90" name="Google Shape;790;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91" name="Google Shape;791;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92" name="Google Shape;792;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93" name="Google Shape;793;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94" name="Google Shape;794;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95" name="Google Shape;795;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96" name="Google Shape;796;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797" name="Google Shape;797;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798" name="Google Shape;798;g32268d58d69_0_3017"/>
            <p:cNvGrpSpPr/>
            <p:nvPr/>
          </p:nvGrpSpPr>
          <p:grpSpPr>
            <a:xfrm>
              <a:off x="1022934" y="3518061"/>
              <a:ext cx="1629461" cy="121966"/>
              <a:chOff x="876017" y="2328845"/>
              <a:chExt cx="2733078" cy="204573"/>
            </a:xfrm>
          </p:grpSpPr>
          <p:sp>
            <p:nvSpPr>
              <p:cNvPr id="799" name="Google Shape;799;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00" name="Google Shape;800;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01" name="Google Shape;801;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02" name="Google Shape;802;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03" name="Google Shape;803;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04" name="Google Shape;804;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05" name="Google Shape;805;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06" name="Google Shape;806;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07" name="Google Shape;807;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08" name="Google Shape;808;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809" name="Google Shape;809;g32268d58d69_0_3017"/>
            <p:cNvGrpSpPr/>
            <p:nvPr/>
          </p:nvGrpSpPr>
          <p:grpSpPr>
            <a:xfrm>
              <a:off x="914532" y="3687953"/>
              <a:ext cx="1796959" cy="121966"/>
              <a:chOff x="876017" y="2328845"/>
              <a:chExt cx="3014021" cy="204573"/>
            </a:xfrm>
          </p:grpSpPr>
          <p:sp>
            <p:nvSpPr>
              <p:cNvPr id="810" name="Google Shape;810;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11" name="Google Shape;811;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12" name="Google Shape;812;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13" name="Google Shape;813;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14" name="Google Shape;814;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15" name="Google Shape;815;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16" name="Google Shape;816;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17" name="Google Shape;817;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18" name="Google Shape;818;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19" name="Google Shape;819;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20" name="Google Shape;820;g32268d58d69_0_3017"/>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821" name="Google Shape;821;g32268d58d69_0_3017"/>
            <p:cNvGrpSpPr/>
            <p:nvPr/>
          </p:nvGrpSpPr>
          <p:grpSpPr>
            <a:xfrm>
              <a:off x="1022934" y="3857845"/>
              <a:ext cx="1629461" cy="121966"/>
              <a:chOff x="876017" y="2328845"/>
              <a:chExt cx="2733078" cy="204573"/>
            </a:xfrm>
          </p:grpSpPr>
          <p:sp>
            <p:nvSpPr>
              <p:cNvPr id="822" name="Google Shape;822;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23" name="Google Shape;823;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24" name="Google Shape;824;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25" name="Google Shape;825;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26" name="Google Shape;826;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27" name="Google Shape;827;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28" name="Google Shape;828;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29" name="Google Shape;829;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30" name="Google Shape;830;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31" name="Google Shape;831;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832" name="Google Shape;832;g32268d58d69_0_3017"/>
            <p:cNvGrpSpPr/>
            <p:nvPr/>
          </p:nvGrpSpPr>
          <p:grpSpPr>
            <a:xfrm>
              <a:off x="914532" y="4027737"/>
              <a:ext cx="1796959" cy="121966"/>
              <a:chOff x="876017" y="2328845"/>
              <a:chExt cx="3014021" cy="204573"/>
            </a:xfrm>
          </p:grpSpPr>
          <p:sp>
            <p:nvSpPr>
              <p:cNvPr id="833" name="Google Shape;833;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34" name="Google Shape;834;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35" name="Google Shape;835;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36" name="Google Shape;836;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37" name="Google Shape;837;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38" name="Google Shape;838;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39" name="Google Shape;839;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40" name="Google Shape;840;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41" name="Google Shape;841;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42" name="Google Shape;842;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43" name="Google Shape;843;g32268d58d69_0_3017"/>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844" name="Google Shape;844;g32268d58d69_0_3017"/>
            <p:cNvGrpSpPr/>
            <p:nvPr/>
          </p:nvGrpSpPr>
          <p:grpSpPr>
            <a:xfrm>
              <a:off x="1022934" y="4197629"/>
              <a:ext cx="1629461" cy="121966"/>
              <a:chOff x="876017" y="2328845"/>
              <a:chExt cx="2733078" cy="204573"/>
            </a:xfrm>
          </p:grpSpPr>
          <p:sp>
            <p:nvSpPr>
              <p:cNvPr id="845" name="Google Shape;845;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46" name="Google Shape;846;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47" name="Google Shape;847;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48" name="Google Shape;848;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49" name="Google Shape;849;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50" name="Google Shape;850;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51" name="Google Shape;851;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52" name="Google Shape;852;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53" name="Google Shape;853;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54" name="Google Shape;854;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855" name="Google Shape;855;g32268d58d69_0_3017"/>
            <p:cNvGrpSpPr/>
            <p:nvPr/>
          </p:nvGrpSpPr>
          <p:grpSpPr>
            <a:xfrm>
              <a:off x="914532" y="4367521"/>
              <a:ext cx="1796959" cy="121966"/>
              <a:chOff x="876017" y="2328845"/>
              <a:chExt cx="3014021" cy="204573"/>
            </a:xfrm>
          </p:grpSpPr>
          <p:sp>
            <p:nvSpPr>
              <p:cNvPr id="856" name="Google Shape;856;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57" name="Google Shape;857;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58" name="Google Shape;858;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59" name="Google Shape;859;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60" name="Google Shape;860;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61" name="Google Shape;861;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62" name="Google Shape;862;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63" name="Google Shape;863;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64" name="Google Shape;864;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65" name="Google Shape;865;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66" name="Google Shape;866;g32268d58d69_0_3017"/>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867" name="Google Shape;867;g32268d58d69_0_3017"/>
            <p:cNvGrpSpPr/>
            <p:nvPr/>
          </p:nvGrpSpPr>
          <p:grpSpPr>
            <a:xfrm>
              <a:off x="1022934" y="4537413"/>
              <a:ext cx="1629461" cy="121966"/>
              <a:chOff x="876017" y="2328845"/>
              <a:chExt cx="2733078" cy="204573"/>
            </a:xfrm>
          </p:grpSpPr>
          <p:sp>
            <p:nvSpPr>
              <p:cNvPr id="868" name="Google Shape;868;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69" name="Google Shape;869;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70" name="Google Shape;870;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71" name="Google Shape;871;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72" name="Google Shape;872;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73" name="Google Shape;873;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74" name="Google Shape;874;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75" name="Google Shape;875;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76" name="Google Shape;876;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77" name="Google Shape;877;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878" name="Google Shape;878;g32268d58d69_0_3017"/>
            <p:cNvGrpSpPr/>
            <p:nvPr/>
          </p:nvGrpSpPr>
          <p:grpSpPr>
            <a:xfrm>
              <a:off x="914532" y="4707305"/>
              <a:ext cx="1796959" cy="121966"/>
              <a:chOff x="876017" y="2328845"/>
              <a:chExt cx="3014021" cy="204573"/>
            </a:xfrm>
          </p:grpSpPr>
          <p:sp>
            <p:nvSpPr>
              <p:cNvPr id="879" name="Google Shape;879;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80" name="Google Shape;880;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81" name="Google Shape;881;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82" name="Google Shape;882;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83" name="Google Shape;883;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84" name="Google Shape;884;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85" name="Google Shape;885;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86" name="Google Shape;886;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87" name="Google Shape;887;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88" name="Google Shape;888;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89" name="Google Shape;889;g32268d58d69_0_3017"/>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890" name="Google Shape;890;g32268d58d69_0_3017"/>
            <p:cNvGrpSpPr/>
            <p:nvPr/>
          </p:nvGrpSpPr>
          <p:grpSpPr>
            <a:xfrm>
              <a:off x="1022934" y="4877197"/>
              <a:ext cx="1629461" cy="121966"/>
              <a:chOff x="876017" y="2328845"/>
              <a:chExt cx="2733078" cy="204573"/>
            </a:xfrm>
          </p:grpSpPr>
          <p:sp>
            <p:nvSpPr>
              <p:cNvPr id="891" name="Google Shape;891;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92" name="Google Shape;892;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93" name="Google Shape;893;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94" name="Google Shape;894;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95" name="Google Shape;895;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96" name="Google Shape;896;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97" name="Google Shape;897;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98" name="Google Shape;898;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899" name="Google Shape;899;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00" name="Google Shape;900;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901" name="Google Shape;901;g32268d58d69_0_3017"/>
            <p:cNvGrpSpPr/>
            <p:nvPr/>
          </p:nvGrpSpPr>
          <p:grpSpPr>
            <a:xfrm>
              <a:off x="914532" y="5047088"/>
              <a:ext cx="1796959" cy="121966"/>
              <a:chOff x="876017" y="2328845"/>
              <a:chExt cx="3014021" cy="204573"/>
            </a:xfrm>
          </p:grpSpPr>
          <p:sp>
            <p:nvSpPr>
              <p:cNvPr id="902" name="Google Shape;902;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03" name="Google Shape;903;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04" name="Google Shape;904;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05" name="Google Shape;905;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06" name="Google Shape;906;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07" name="Google Shape;907;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08" name="Google Shape;908;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09" name="Google Shape;909;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10" name="Google Shape;910;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11" name="Google Shape;911;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12" name="Google Shape;912;g32268d58d69_0_3017"/>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913" name="Google Shape;913;g32268d58d69_0_3017"/>
            <p:cNvGrpSpPr/>
            <p:nvPr/>
          </p:nvGrpSpPr>
          <p:grpSpPr>
            <a:xfrm>
              <a:off x="914532" y="3008385"/>
              <a:ext cx="1796959" cy="121966"/>
              <a:chOff x="876017" y="2328845"/>
              <a:chExt cx="3014021" cy="204573"/>
            </a:xfrm>
          </p:grpSpPr>
          <p:sp>
            <p:nvSpPr>
              <p:cNvPr id="914" name="Google Shape;914;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15" name="Google Shape;915;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16" name="Google Shape;916;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17" name="Google Shape;917;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18" name="Google Shape;918;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19" name="Google Shape;919;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20" name="Google Shape;920;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21" name="Google Shape;921;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22" name="Google Shape;922;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23" name="Google Shape;923;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24" name="Google Shape;924;g32268d58d69_0_3017"/>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925" name="Google Shape;925;g32268d58d69_0_3017"/>
            <p:cNvGrpSpPr/>
            <p:nvPr/>
          </p:nvGrpSpPr>
          <p:grpSpPr>
            <a:xfrm>
              <a:off x="1022934" y="3178277"/>
              <a:ext cx="1629461" cy="121966"/>
              <a:chOff x="876017" y="2328845"/>
              <a:chExt cx="2733078" cy="204573"/>
            </a:xfrm>
          </p:grpSpPr>
          <p:sp>
            <p:nvSpPr>
              <p:cNvPr id="926" name="Google Shape;926;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27" name="Google Shape;927;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28" name="Google Shape;928;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29" name="Google Shape;929;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30" name="Google Shape;930;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31" name="Google Shape;931;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32" name="Google Shape;932;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33" name="Google Shape;933;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34" name="Google Shape;934;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35" name="Google Shape;935;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936" name="Google Shape;936;g32268d58d69_0_3017"/>
            <p:cNvGrpSpPr/>
            <p:nvPr/>
          </p:nvGrpSpPr>
          <p:grpSpPr>
            <a:xfrm>
              <a:off x="914532" y="3348169"/>
              <a:ext cx="1796959" cy="121966"/>
              <a:chOff x="876017" y="2328845"/>
              <a:chExt cx="3014021" cy="204573"/>
            </a:xfrm>
          </p:grpSpPr>
          <p:sp>
            <p:nvSpPr>
              <p:cNvPr id="937" name="Google Shape;937;g32268d58d69_0_3017"/>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38" name="Google Shape;938;g32268d58d69_0_3017"/>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39" name="Google Shape;939;g32268d58d69_0_3017"/>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40" name="Google Shape;940;g32268d58d69_0_3017"/>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41" name="Google Shape;941;g32268d58d69_0_3017"/>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42" name="Google Shape;942;g32268d58d69_0_3017"/>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43" name="Google Shape;943;g32268d58d69_0_3017"/>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44" name="Google Shape;944;g32268d58d69_0_3017"/>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45" name="Google Shape;945;g32268d58d69_0_3017"/>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46" name="Google Shape;946;g32268d58d69_0_3017"/>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47" name="Google Shape;947;g32268d58d69_0_3017"/>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cxnSp>
        <p:nvCxnSpPr>
          <p:cNvPr id="948" name="Google Shape;948;g32268d58d69_0_3017"/>
          <p:cNvCxnSpPr/>
          <p:nvPr/>
        </p:nvCxnSpPr>
        <p:spPr>
          <a:xfrm>
            <a:off x="3193860" y="2700114"/>
            <a:ext cx="0" cy="2999700"/>
          </a:xfrm>
          <a:prstGeom prst="straightConnector1">
            <a:avLst/>
          </a:prstGeom>
          <a:noFill/>
          <a:ln cap="flat" cmpd="sng" w="9525">
            <a:solidFill>
              <a:srgbClr val="A5AEBF"/>
            </a:solidFill>
            <a:prstDash val="solid"/>
            <a:miter lim="800000"/>
            <a:headEnd len="sm" w="sm" type="none"/>
            <a:tailEnd len="sm" w="sm" type="none"/>
          </a:ln>
        </p:spPr>
      </p:cxnSp>
      <p:cxnSp>
        <p:nvCxnSpPr>
          <p:cNvPr id="949" name="Google Shape;949;g32268d58d69_0_3017"/>
          <p:cNvCxnSpPr/>
          <p:nvPr/>
        </p:nvCxnSpPr>
        <p:spPr>
          <a:xfrm>
            <a:off x="6096000" y="2700114"/>
            <a:ext cx="0" cy="2999700"/>
          </a:xfrm>
          <a:prstGeom prst="straightConnector1">
            <a:avLst/>
          </a:prstGeom>
          <a:noFill/>
          <a:ln cap="flat" cmpd="sng" w="9525">
            <a:solidFill>
              <a:srgbClr val="A5AEBF"/>
            </a:solidFill>
            <a:prstDash val="solid"/>
            <a:miter lim="800000"/>
            <a:headEnd len="sm" w="sm" type="none"/>
            <a:tailEnd len="sm" w="sm" type="none"/>
          </a:ln>
        </p:spPr>
      </p:cxnSp>
      <p:sp>
        <p:nvSpPr>
          <p:cNvPr id="950" name="Google Shape;950;g32268d58d69_0_3017"/>
          <p:cNvSpPr txBox="1"/>
          <p:nvPr/>
        </p:nvSpPr>
        <p:spPr>
          <a:xfrm>
            <a:off x="9077479" y="3375085"/>
            <a:ext cx="2618100" cy="276900"/>
          </a:xfrm>
          <a:prstGeom prst="rect">
            <a:avLst/>
          </a:prstGeom>
          <a:noFill/>
          <a:ln>
            <a:noFill/>
          </a:ln>
        </p:spPr>
        <p:txBody>
          <a:bodyPr anchorCtr="0" anchor="t" bIns="45675" lIns="91400" spcFirstLastPara="1" rIns="91400" wrap="square" tIns="4567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App API Call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Remediations</a:t>
            </a:r>
            <a:endParaRPr b="0" i="0" sz="1400" u="none" cap="none" strike="noStrike">
              <a:solidFill>
                <a:srgbClr val="FFFFFF"/>
              </a:solidFill>
              <a:latin typeface="Arial"/>
              <a:ea typeface="Arial"/>
              <a:cs typeface="Arial"/>
              <a:sym typeface="Arial"/>
            </a:endParaRPr>
          </a:p>
        </p:txBody>
      </p:sp>
      <p:sp>
        <p:nvSpPr>
          <p:cNvPr id="951" name="Google Shape;951;g32268d58d69_0_3017"/>
          <p:cNvSpPr txBox="1"/>
          <p:nvPr/>
        </p:nvSpPr>
        <p:spPr>
          <a:xfrm>
            <a:off x="9077479" y="4318024"/>
            <a:ext cx="2618100" cy="461700"/>
          </a:xfrm>
          <a:prstGeom prst="rect">
            <a:avLst/>
          </a:prstGeom>
          <a:noFill/>
          <a:ln>
            <a:noFill/>
          </a:ln>
        </p:spPr>
        <p:txBody>
          <a:bodyPr anchorCtr="0" anchor="t" bIns="45675" lIns="91400" spcFirstLastPara="1" rIns="91400" wrap="square" tIns="4567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Delivery Service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Routing Optimization</a:t>
            </a:r>
            <a:endParaRPr b="0" i="0" sz="1400" u="none" cap="none" strike="noStrike">
              <a:solidFill>
                <a:srgbClr val="FFFFFF"/>
              </a:solidFill>
              <a:latin typeface="Arial"/>
              <a:ea typeface="Arial"/>
              <a:cs typeface="Arial"/>
              <a:sym typeface="Arial"/>
            </a:endParaRPr>
          </a:p>
        </p:txBody>
      </p:sp>
      <p:sp>
        <p:nvSpPr>
          <p:cNvPr id="952" name="Google Shape;952;g32268d58d69_0_3017"/>
          <p:cNvSpPr/>
          <p:nvPr/>
        </p:nvSpPr>
        <p:spPr>
          <a:xfrm>
            <a:off x="1160740" y="3189606"/>
            <a:ext cx="845700" cy="845400"/>
          </a:xfrm>
          <a:prstGeom prst="ellipse">
            <a:avLst/>
          </a:prstGeom>
          <a:noFill/>
          <a:ln cap="flat" cmpd="sng" w="57150">
            <a:solidFill>
              <a:schemeClr val="accent1"/>
            </a:solidFill>
            <a:prstDash val="solid"/>
            <a:miter lim="800000"/>
            <a:headEnd len="sm" w="sm" type="none"/>
            <a:tailEnd len="sm" w="sm" type="none"/>
          </a:ln>
        </p:spPr>
        <p:txBody>
          <a:bodyPr anchorCtr="0" anchor="ctr" bIns="45675" lIns="91400" spcFirstLastPara="1" rIns="91400" wrap="square" tIns="45675">
            <a:noAutofit/>
          </a:bodyPr>
          <a:lstStyle/>
          <a:p>
            <a:pPr indent="0" lvl="0" marL="0" marR="0" rtl="0" algn="ctr">
              <a:lnSpc>
                <a:spcPct val="11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53" name="Google Shape;953;g32268d58d69_0_3017"/>
          <p:cNvSpPr txBox="1"/>
          <p:nvPr/>
        </p:nvSpPr>
        <p:spPr>
          <a:xfrm>
            <a:off x="4237801" y="2886013"/>
            <a:ext cx="15813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Log in supplier portal</a:t>
            </a:r>
            <a:endParaRPr b="0" i="0" sz="1400" u="none" cap="none" strike="noStrike">
              <a:solidFill>
                <a:srgbClr val="FFFFFF"/>
              </a:solidFill>
              <a:latin typeface="Arial"/>
              <a:ea typeface="Arial"/>
              <a:cs typeface="Arial"/>
              <a:sym typeface="Arial"/>
            </a:endParaRPr>
          </a:p>
        </p:txBody>
      </p:sp>
      <p:sp>
        <p:nvSpPr>
          <p:cNvPr id="954" name="Google Shape;954;g32268d58d69_0_3017"/>
          <p:cNvSpPr txBox="1"/>
          <p:nvPr/>
        </p:nvSpPr>
        <p:spPr>
          <a:xfrm>
            <a:off x="4260486" y="4668256"/>
            <a:ext cx="104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Delivery confirmation</a:t>
            </a:r>
            <a:endParaRPr b="0" i="0" sz="1400" u="none" cap="none" strike="noStrike">
              <a:solidFill>
                <a:srgbClr val="FFFFFF"/>
              </a:solidFill>
              <a:latin typeface="Arial"/>
              <a:ea typeface="Arial"/>
              <a:cs typeface="Arial"/>
              <a:sym typeface="Arial"/>
            </a:endParaRPr>
          </a:p>
        </p:txBody>
      </p:sp>
      <p:sp>
        <p:nvSpPr>
          <p:cNvPr id="955" name="Google Shape;955;g32268d58d69_0_3017"/>
          <p:cNvSpPr txBox="1"/>
          <p:nvPr/>
        </p:nvSpPr>
        <p:spPr>
          <a:xfrm>
            <a:off x="4211585" y="5249721"/>
            <a:ext cx="1719900" cy="2760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Accounts Payable report</a:t>
            </a:r>
            <a:endParaRPr b="0" i="0" sz="1400" u="none" cap="none" strike="noStrike">
              <a:solidFill>
                <a:srgbClr val="FFFFFF"/>
              </a:solidFill>
              <a:latin typeface="Arial"/>
              <a:ea typeface="Arial"/>
              <a:cs typeface="Arial"/>
              <a:sym typeface="Arial"/>
            </a:endParaRPr>
          </a:p>
        </p:txBody>
      </p:sp>
      <p:sp>
        <p:nvSpPr>
          <p:cNvPr id="956" name="Google Shape;956;g32268d58d69_0_3017"/>
          <p:cNvSpPr txBox="1"/>
          <p:nvPr/>
        </p:nvSpPr>
        <p:spPr>
          <a:xfrm>
            <a:off x="4237801" y="3449494"/>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Delivery information</a:t>
            </a:r>
            <a:endParaRPr b="0" i="0" sz="1400" u="none" cap="none" strike="noStrike">
              <a:solidFill>
                <a:srgbClr val="FFFFFF"/>
              </a:solidFill>
              <a:latin typeface="Arial"/>
              <a:ea typeface="Arial"/>
              <a:cs typeface="Arial"/>
              <a:sym typeface="Arial"/>
            </a:endParaRPr>
          </a:p>
        </p:txBody>
      </p:sp>
      <p:sp>
        <p:nvSpPr>
          <p:cNvPr id="957" name="Google Shape;957;g32268d58d69_0_3017"/>
          <p:cNvSpPr txBox="1"/>
          <p:nvPr/>
        </p:nvSpPr>
        <p:spPr>
          <a:xfrm>
            <a:off x="4211585" y="4074759"/>
            <a:ext cx="15363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Capacity information</a:t>
            </a:r>
            <a:endParaRPr b="0" i="0" sz="1400" u="none" cap="none" strike="noStrike">
              <a:solidFill>
                <a:srgbClr val="FFFFFF"/>
              </a:solidFill>
              <a:latin typeface="Arial"/>
              <a:ea typeface="Arial"/>
              <a:cs typeface="Arial"/>
              <a:sym typeface="Arial"/>
            </a:endParaRPr>
          </a:p>
        </p:txBody>
      </p:sp>
      <p:grpSp>
        <p:nvGrpSpPr>
          <p:cNvPr id="958" name="Google Shape;958;g32268d58d69_0_3017"/>
          <p:cNvGrpSpPr/>
          <p:nvPr/>
        </p:nvGrpSpPr>
        <p:grpSpPr>
          <a:xfrm>
            <a:off x="3971731" y="4669223"/>
            <a:ext cx="172499" cy="212192"/>
            <a:chOff x="3617" y="1890"/>
            <a:chExt cx="440" cy="542"/>
          </a:xfrm>
        </p:grpSpPr>
        <p:sp>
          <p:nvSpPr>
            <p:cNvPr id="959" name="Google Shape;959;g32268d58d69_0_3017"/>
            <p:cNvSpPr/>
            <p:nvPr/>
          </p:nvSpPr>
          <p:spPr>
            <a:xfrm>
              <a:off x="3617" y="1890"/>
              <a:ext cx="440" cy="542"/>
            </a:xfrm>
            <a:custGeom>
              <a:rect b="b" l="l" r="r" t="t"/>
              <a:pathLst>
                <a:path extrusionOk="0" h="226" w="183">
                  <a:moveTo>
                    <a:pt x="147" y="226"/>
                  </a:moveTo>
                  <a:cubicBezTo>
                    <a:pt x="89" y="226"/>
                    <a:pt x="89" y="226"/>
                    <a:pt x="89" y="226"/>
                  </a:cubicBezTo>
                  <a:cubicBezTo>
                    <a:pt x="81" y="226"/>
                    <a:pt x="73" y="222"/>
                    <a:pt x="68" y="215"/>
                  </a:cubicBezTo>
                  <a:cubicBezTo>
                    <a:pt x="5" y="135"/>
                    <a:pt x="5" y="135"/>
                    <a:pt x="5" y="135"/>
                  </a:cubicBezTo>
                  <a:cubicBezTo>
                    <a:pt x="1" y="129"/>
                    <a:pt x="0" y="122"/>
                    <a:pt x="4" y="116"/>
                  </a:cubicBezTo>
                  <a:cubicBezTo>
                    <a:pt x="6" y="112"/>
                    <a:pt x="10" y="109"/>
                    <a:pt x="14" y="108"/>
                  </a:cubicBezTo>
                  <a:cubicBezTo>
                    <a:pt x="19" y="107"/>
                    <a:pt x="24" y="108"/>
                    <a:pt x="27" y="110"/>
                  </a:cubicBezTo>
                  <a:cubicBezTo>
                    <a:pt x="69" y="136"/>
                    <a:pt x="69" y="136"/>
                    <a:pt x="69" y="136"/>
                  </a:cubicBezTo>
                  <a:cubicBezTo>
                    <a:pt x="69" y="136"/>
                    <a:pt x="69" y="136"/>
                    <a:pt x="70" y="136"/>
                  </a:cubicBezTo>
                  <a:cubicBezTo>
                    <a:pt x="70" y="136"/>
                    <a:pt x="70" y="136"/>
                    <a:pt x="70" y="135"/>
                  </a:cubicBezTo>
                  <a:cubicBezTo>
                    <a:pt x="70" y="22"/>
                    <a:pt x="70" y="22"/>
                    <a:pt x="70" y="22"/>
                  </a:cubicBezTo>
                  <a:cubicBezTo>
                    <a:pt x="70" y="10"/>
                    <a:pt x="80" y="0"/>
                    <a:pt x="92" y="0"/>
                  </a:cubicBezTo>
                  <a:cubicBezTo>
                    <a:pt x="104" y="0"/>
                    <a:pt x="114" y="10"/>
                    <a:pt x="114" y="22"/>
                  </a:cubicBezTo>
                  <a:cubicBezTo>
                    <a:pt x="114" y="94"/>
                    <a:pt x="114" y="94"/>
                    <a:pt x="114" y="94"/>
                  </a:cubicBezTo>
                  <a:cubicBezTo>
                    <a:pt x="114" y="96"/>
                    <a:pt x="113" y="98"/>
                    <a:pt x="110" y="98"/>
                  </a:cubicBezTo>
                  <a:cubicBezTo>
                    <a:pt x="108" y="98"/>
                    <a:pt x="106" y="96"/>
                    <a:pt x="106" y="94"/>
                  </a:cubicBezTo>
                  <a:cubicBezTo>
                    <a:pt x="106" y="22"/>
                    <a:pt x="106" y="22"/>
                    <a:pt x="106" y="22"/>
                  </a:cubicBezTo>
                  <a:cubicBezTo>
                    <a:pt x="106" y="14"/>
                    <a:pt x="100" y="8"/>
                    <a:pt x="92" y="8"/>
                  </a:cubicBezTo>
                  <a:cubicBezTo>
                    <a:pt x="84" y="8"/>
                    <a:pt x="78" y="14"/>
                    <a:pt x="78" y="22"/>
                  </a:cubicBezTo>
                  <a:cubicBezTo>
                    <a:pt x="78" y="135"/>
                    <a:pt x="78" y="135"/>
                    <a:pt x="78" y="135"/>
                  </a:cubicBezTo>
                  <a:cubicBezTo>
                    <a:pt x="78" y="139"/>
                    <a:pt x="76" y="141"/>
                    <a:pt x="74" y="143"/>
                  </a:cubicBezTo>
                  <a:cubicBezTo>
                    <a:pt x="71" y="144"/>
                    <a:pt x="68" y="144"/>
                    <a:pt x="65" y="143"/>
                  </a:cubicBezTo>
                  <a:cubicBezTo>
                    <a:pt x="23" y="117"/>
                    <a:pt x="23" y="117"/>
                    <a:pt x="23" y="117"/>
                  </a:cubicBezTo>
                  <a:cubicBezTo>
                    <a:pt x="21" y="115"/>
                    <a:pt x="19" y="115"/>
                    <a:pt x="16" y="116"/>
                  </a:cubicBezTo>
                  <a:cubicBezTo>
                    <a:pt x="14" y="116"/>
                    <a:pt x="12" y="118"/>
                    <a:pt x="11" y="120"/>
                  </a:cubicBezTo>
                  <a:cubicBezTo>
                    <a:pt x="9" y="123"/>
                    <a:pt x="9" y="127"/>
                    <a:pt x="12" y="130"/>
                  </a:cubicBezTo>
                  <a:cubicBezTo>
                    <a:pt x="74" y="210"/>
                    <a:pt x="74" y="210"/>
                    <a:pt x="74" y="210"/>
                  </a:cubicBezTo>
                  <a:cubicBezTo>
                    <a:pt x="78" y="215"/>
                    <a:pt x="83" y="218"/>
                    <a:pt x="89" y="218"/>
                  </a:cubicBezTo>
                  <a:cubicBezTo>
                    <a:pt x="147" y="218"/>
                    <a:pt x="147" y="218"/>
                    <a:pt x="147" y="218"/>
                  </a:cubicBezTo>
                  <a:cubicBezTo>
                    <a:pt x="162" y="218"/>
                    <a:pt x="175" y="205"/>
                    <a:pt x="175" y="190"/>
                  </a:cubicBezTo>
                  <a:cubicBezTo>
                    <a:pt x="175" y="128"/>
                    <a:pt x="175" y="128"/>
                    <a:pt x="175" y="128"/>
                  </a:cubicBezTo>
                  <a:cubicBezTo>
                    <a:pt x="175" y="123"/>
                    <a:pt x="172" y="119"/>
                    <a:pt x="167" y="117"/>
                  </a:cubicBezTo>
                  <a:cubicBezTo>
                    <a:pt x="123" y="102"/>
                    <a:pt x="123" y="102"/>
                    <a:pt x="123" y="102"/>
                  </a:cubicBezTo>
                  <a:cubicBezTo>
                    <a:pt x="121" y="102"/>
                    <a:pt x="119" y="99"/>
                    <a:pt x="120" y="97"/>
                  </a:cubicBezTo>
                  <a:cubicBezTo>
                    <a:pt x="121" y="95"/>
                    <a:pt x="123" y="94"/>
                    <a:pt x="125" y="95"/>
                  </a:cubicBezTo>
                  <a:cubicBezTo>
                    <a:pt x="170" y="109"/>
                    <a:pt x="170" y="109"/>
                    <a:pt x="170" y="109"/>
                  </a:cubicBezTo>
                  <a:cubicBezTo>
                    <a:pt x="178" y="112"/>
                    <a:pt x="183" y="120"/>
                    <a:pt x="183" y="128"/>
                  </a:cubicBezTo>
                  <a:cubicBezTo>
                    <a:pt x="183" y="190"/>
                    <a:pt x="183" y="190"/>
                    <a:pt x="183" y="190"/>
                  </a:cubicBezTo>
                  <a:cubicBezTo>
                    <a:pt x="183" y="210"/>
                    <a:pt x="167" y="226"/>
                    <a:pt x="147" y="226"/>
                  </a:cubicBezTo>
                  <a:close/>
                </a:path>
              </a:pathLst>
            </a:cu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60" name="Google Shape;960;g32268d58d69_0_3017"/>
            <p:cNvSpPr/>
            <p:nvPr/>
          </p:nvSpPr>
          <p:spPr>
            <a:xfrm>
              <a:off x="3872" y="2036"/>
              <a:ext cx="19" cy="185"/>
            </a:xfrm>
            <a:custGeom>
              <a:rect b="b" l="l" r="r" t="t"/>
              <a:pathLst>
                <a:path extrusionOk="0" h="77" w="8">
                  <a:moveTo>
                    <a:pt x="4" y="77"/>
                  </a:moveTo>
                  <a:cubicBezTo>
                    <a:pt x="2" y="77"/>
                    <a:pt x="0" y="75"/>
                    <a:pt x="0" y="73"/>
                  </a:cubicBezTo>
                  <a:cubicBezTo>
                    <a:pt x="0" y="4"/>
                    <a:pt x="0" y="4"/>
                    <a:pt x="0" y="4"/>
                  </a:cubicBezTo>
                  <a:cubicBezTo>
                    <a:pt x="0" y="1"/>
                    <a:pt x="2" y="0"/>
                    <a:pt x="4" y="0"/>
                  </a:cubicBezTo>
                  <a:cubicBezTo>
                    <a:pt x="7" y="0"/>
                    <a:pt x="8" y="1"/>
                    <a:pt x="8" y="4"/>
                  </a:cubicBezTo>
                  <a:cubicBezTo>
                    <a:pt x="8" y="73"/>
                    <a:pt x="8" y="73"/>
                    <a:pt x="8" y="73"/>
                  </a:cubicBezTo>
                  <a:cubicBezTo>
                    <a:pt x="8" y="75"/>
                    <a:pt x="7" y="77"/>
                    <a:pt x="4" y="77"/>
                  </a:cubicBezTo>
                  <a:close/>
                </a:path>
              </a:pathLst>
            </a:cu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961" name="Google Shape;961;g32268d58d69_0_3017"/>
          <p:cNvGrpSpPr/>
          <p:nvPr/>
        </p:nvGrpSpPr>
        <p:grpSpPr>
          <a:xfrm>
            <a:off x="3971285" y="5265059"/>
            <a:ext cx="237043" cy="236990"/>
            <a:chOff x="5827712" y="3162300"/>
            <a:chExt cx="533400" cy="533400"/>
          </a:xfrm>
        </p:grpSpPr>
        <p:sp>
          <p:nvSpPr>
            <p:cNvPr id="962" name="Google Shape;962;g32268d58d69_0_3017"/>
            <p:cNvSpPr/>
            <p:nvPr/>
          </p:nvSpPr>
          <p:spPr>
            <a:xfrm>
              <a:off x="5827712" y="3162300"/>
              <a:ext cx="533400" cy="533400"/>
            </a:xfrm>
            <a:custGeom>
              <a:rect b="b" l="l" r="r" t="t"/>
              <a:pathLst>
                <a:path extrusionOk="0" h="533400" w="533400">
                  <a:moveTo>
                    <a:pt x="266700" y="533400"/>
                  </a:moveTo>
                  <a:cubicBezTo>
                    <a:pt x="119634" y="533400"/>
                    <a:pt x="0" y="413766"/>
                    <a:pt x="0" y="266700"/>
                  </a:cubicBezTo>
                  <a:cubicBezTo>
                    <a:pt x="0" y="119634"/>
                    <a:pt x="119634" y="0"/>
                    <a:pt x="266700" y="0"/>
                  </a:cubicBezTo>
                  <a:cubicBezTo>
                    <a:pt x="413766" y="0"/>
                    <a:pt x="533400" y="119634"/>
                    <a:pt x="533400" y="266700"/>
                  </a:cubicBezTo>
                  <a:cubicBezTo>
                    <a:pt x="533400" y="413766"/>
                    <a:pt x="413766" y="533400"/>
                    <a:pt x="266700" y="533400"/>
                  </a:cubicBezTo>
                  <a:close/>
                  <a:moveTo>
                    <a:pt x="266700" y="19050"/>
                  </a:moveTo>
                  <a:cubicBezTo>
                    <a:pt x="130112" y="19050"/>
                    <a:pt x="19050" y="130112"/>
                    <a:pt x="19050" y="266700"/>
                  </a:cubicBezTo>
                  <a:cubicBezTo>
                    <a:pt x="19050" y="403289"/>
                    <a:pt x="130112" y="514350"/>
                    <a:pt x="266700" y="514350"/>
                  </a:cubicBezTo>
                  <a:cubicBezTo>
                    <a:pt x="403289" y="514350"/>
                    <a:pt x="514350" y="403289"/>
                    <a:pt x="514350" y="266700"/>
                  </a:cubicBezTo>
                  <a:cubicBezTo>
                    <a:pt x="514350" y="130112"/>
                    <a:pt x="403289" y="19050"/>
                    <a:pt x="266700"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963" name="Google Shape;963;g32268d58d69_0_3017"/>
            <p:cNvGrpSpPr/>
            <p:nvPr/>
          </p:nvGrpSpPr>
          <p:grpSpPr>
            <a:xfrm>
              <a:off x="5999543" y="3252025"/>
              <a:ext cx="189833" cy="353948"/>
              <a:chOff x="5999543" y="3252025"/>
              <a:chExt cx="189833" cy="353948"/>
            </a:xfrm>
          </p:grpSpPr>
          <p:sp>
            <p:nvSpPr>
              <p:cNvPr id="964" name="Google Shape;964;g32268d58d69_0_3017"/>
              <p:cNvSpPr/>
              <p:nvPr/>
            </p:nvSpPr>
            <p:spPr>
              <a:xfrm>
                <a:off x="5999543" y="3298507"/>
                <a:ext cx="189833" cy="140017"/>
              </a:xfrm>
              <a:custGeom>
                <a:rect b="b" l="l" r="r" t="t"/>
                <a:pathLst>
                  <a:path extrusionOk="0" h="140017" w="189833">
                    <a:moveTo>
                      <a:pt x="119825" y="140018"/>
                    </a:moveTo>
                    <a:lnTo>
                      <a:pt x="70009" y="140018"/>
                    </a:lnTo>
                    <a:cubicBezTo>
                      <a:pt x="31432" y="140018"/>
                      <a:pt x="0" y="108585"/>
                      <a:pt x="0" y="70009"/>
                    </a:cubicBezTo>
                    <a:cubicBezTo>
                      <a:pt x="0" y="31433"/>
                      <a:pt x="31432" y="0"/>
                      <a:pt x="70009" y="0"/>
                    </a:cubicBezTo>
                    <a:lnTo>
                      <a:pt x="119825" y="0"/>
                    </a:lnTo>
                    <a:cubicBezTo>
                      <a:pt x="158401" y="0"/>
                      <a:pt x="189833" y="31433"/>
                      <a:pt x="189833" y="70009"/>
                    </a:cubicBezTo>
                    <a:lnTo>
                      <a:pt x="170783" y="70009"/>
                    </a:lnTo>
                    <a:cubicBezTo>
                      <a:pt x="170783" y="41910"/>
                      <a:pt x="147923" y="19050"/>
                      <a:pt x="119825" y="19050"/>
                    </a:cubicBezTo>
                    <a:lnTo>
                      <a:pt x="70009" y="19050"/>
                    </a:lnTo>
                    <a:cubicBezTo>
                      <a:pt x="41910" y="19050"/>
                      <a:pt x="19050" y="41910"/>
                      <a:pt x="19050" y="70009"/>
                    </a:cubicBezTo>
                    <a:cubicBezTo>
                      <a:pt x="19050" y="98108"/>
                      <a:pt x="41910" y="120968"/>
                      <a:pt x="70009" y="120968"/>
                    </a:cubicBezTo>
                    <a:lnTo>
                      <a:pt x="119825" y="120968"/>
                    </a:lnTo>
                    <a:lnTo>
                      <a:pt x="119825" y="140018"/>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65" name="Google Shape;965;g32268d58d69_0_3017"/>
              <p:cNvSpPr/>
              <p:nvPr/>
            </p:nvSpPr>
            <p:spPr>
              <a:xfrm>
                <a:off x="5999543" y="3419475"/>
                <a:ext cx="189833" cy="140017"/>
              </a:xfrm>
              <a:custGeom>
                <a:rect b="b" l="l" r="r" t="t"/>
                <a:pathLst>
                  <a:path extrusionOk="0" h="140017" w="189833">
                    <a:moveTo>
                      <a:pt x="119825" y="140018"/>
                    </a:moveTo>
                    <a:lnTo>
                      <a:pt x="70009" y="140018"/>
                    </a:lnTo>
                    <a:cubicBezTo>
                      <a:pt x="31432" y="140018"/>
                      <a:pt x="0" y="108585"/>
                      <a:pt x="0" y="70009"/>
                    </a:cubicBezTo>
                    <a:lnTo>
                      <a:pt x="19050" y="70009"/>
                    </a:lnTo>
                    <a:cubicBezTo>
                      <a:pt x="19050" y="98107"/>
                      <a:pt x="41910" y="120968"/>
                      <a:pt x="70009" y="120968"/>
                    </a:cubicBezTo>
                    <a:lnTo>
                      <a:pt x="119825" y="120968"/>
                    </a:lnTo>
                    <a:cubicBezTo>
                      <a:pt x="147923" y="120968"/>
                      <a:pt x="170783" y="98107"/>
                      <a:pt x="170783" y="70009"/>
                    </a:cubicBezTo>
                    <a:cubicBezTo>
                      <a:pt x="170783" y="41910"/>
                      <a:pt x="147828" y="19050"/>
                      <a:pt x="119825" y="19050"/>
                    </a:cubicBezTo>
                    <a:lnTo>
                      <a:pt x="70009" y="19050"/>
                    </a:lnTo>
                    <a:lnTo>
                      <a:pt x="70009" y="0"/>
                    </a:lnTo>
                    <a:lnTo>
                      <a:pt x="119825" y="0"/>
                    </a:lnTo>
                    <a:cubicBezTo>
                      <a:pt x="158401" y="0"/>
                      <a:pt x="189833" y="31432"/>
                      <a:pt x="189833" y="70009"/>
                    </a:cubicBezTo>
                    <a:cubicBezTo>
                      <a:pt x="189738" y="108585"/>
                      <a:pt x="158401" y="140018"/>
                      <a:pt x="119825" y="140018"/>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66" name="Google Shape;966;g32268d58d69_0_3017"/>
              <p:cNvSpPr/>
              <p:nvPr/>
            </p:nvSpPr>
            <p:spPr>
              <a:xfrm>
                <a:off x="6084887" y="3252025"/>
                <a:ext cx="19050" cy="353948"/>
              </a:xfrm>
              <a:custGeom>
                <a:rect b="b" l="l" r="r" t="t"/>
                <a:pathLst>
                  <a:path extrusionOk="0" h="353948" w="19050">
                    <a:moveTo>
                      <a:pt x="0" y="0"/>
                    </a:moveTo>
                    <a:lnTo>
                      <a:pt x="19050" y="0"/>
                    </a:lnTo>
                    <a:lnTo>
                      <a:pt x="19050" y="353949"/>
                    </a:lnTo>
                    <a:lnTo>
                      <a:pt x="0" y="353949"/>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grpSp>
        <p:nvGrpSpPr>
          <p:cNvPr id="967" name="Google Shape;967;g32268d58d69_0_3017"/>
          <p:cNvGrpSpPr/>
          <p:nvPr/>
        </p:nvGrpSpPr>
        <p:grpSpPr>
          <a:xfrm>
            <a:off x="3997501" y="3467787"/>
            <a:ext cx="237043" cy="236990"/>
            <a:chOff x="5827712" y="3162300"/>
            <a:chExt cx="533400" cy="533400"/>
          </a:xfrm>
        </p:grpSpPr>
        <p:sp>
          <p:nvSpPr>
            <p:cNvPr id="968" name="Google Shape;968;g32268d58d69_0_3017"/>
            <p:cNvSpPr/>
            <p:nvPr/>
          </p:nvSpPr>
          <p:spPr>
            <a:xfrm>
              <a:off x="5827712" y="3162300"/>
              <a:ext cx="533400" cy="533400"/>
            </a:xfrm>
            <a:custGeom>
              <a:rect b="b" l="l" r="r" t="t"/>
              <a:pathLst>
                <a:path extrusionOk="0" h="533400" w="533400">
                  <a:moveTo>
                    <a:pt x="266700" y="533400"/>
                  </a:moveTo>
                  <a:cubicBezTo>
                    <a:pt x="119634" y="533400"/>
                    <a:pt x="0" y="413766"/>
                    <a:pt x="0" y="266700"/>
                  </a:cubicBezTo>
                  <a:cubicBezTo>
                    <a:pt x="0" y="119634"/>
                    <a:pt x="119634" y="0"/>
                    <a:pt x="266700" y="0"/>
                  </a:cubicBezTo>
                  <a:cubicBezTo>
                    <a:pt x="413766" y="0"/>
                    <a:pt x="533400" y="119634"/>
                    <a:pt x="533400" y="266700"/>
                  </a:cubicBezTo>
                  <a:cubicBezTo>
                    <a:pt x="533400" y="413766"/>
                    <a:pt x="413766" y="533400"/>
                    <a:pt x="266700" y="533400"/>
                  </a:cubicBezTo>
                  <a:close/>
                  <a:moveTo>
                    <a:pt x="266700" y="19050"/>
                  </a:moveTo>
                  <a:cubicBezTo>
                    <a:pt x="130112" y="19050"/>
                    <a:pt x="19050" y="130112"/>
                    <a:pt x="19050" y="266700"/>
                  </a:cubicBezTo>
                  <a:cubicBezTo>
                    <a:pt x="19050" y="403289"/>
                    <a:pt x="130112" y="514350"/>
                    <a:pt x="266700" y="514350"/>
                  </a:cubicBezTo>
                  <a:cubicBezTo>
                    <a:pt x="403289" y="514350"/>
                    <a:pt x="514350" y="403289"/>
                    <a:pt x="514350" y="266700"/>
                  </a:cubicBezTo>
                  <a:cubicBezTo>
                    <a:pt x="514350" y="130112"/>
                    <a:pt x="403289" y="19050"/>
                    <a:pt x="266700"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69" name="Google Shape;969;g32268d58d69_0_3017"/>
            <p:cNvSpPr/>
            <p:nvPr/>
          </p:nvSpPr>
          <p:spPr>
            <a:xfrm>
              <a:off x="6010020" y="3294316"/>
              <a:ext cx="221265" cy="272224"/>
            </a:xfrm>
            <a:custGeom>
              <a:rect b="b" l="l" r="r" t="t"/>
              <a:pathLst>
                <a:path extrusionOk="0" h="272224" w="221265">
                  <a:moveTo>
                    <a:pt x="0" y="272225"/>
                  </a:moveTo>
                  <a:lnTo>
                    <a:pt x="0" y="0"/>
                  </a:lnTo>
                  <a:lnTo>
                    <a:pt x="221266" y="136112"/>
                  </a:lnTo>
                  <a:lnTo>
                    <a:pt x="0" y="272225"/>
                  </a:lnTo>
                  <a:close/>
                  <a:moveTo>
                    <a:pt x="19050" y="34100"/>
                  </a:moveTo>
                  <a:lnTo>
                    <a:pt x="19050" y="238220"/>
                  </a:lnTo>
                  <a:lnTo>
                    <a:pt x="184976" y="136208"/>
                  </a:lnTo>
                  <a:lnTo>
                    <a:pt x="19050" y="3410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970" name="Google Shape;970;g32268d58d69_0_3017"/>
          <p:cNvGrpSpPr/>
          <p:nvPr/>
        </p:nvGrpSpPr>
        <p:grpSpPr>
          <a:xfrm>
            <a:off x="4006488" y="4074806"/>
            <a:ext cx="168235" cy="266047"/>
            <a:chOff x="5903924" y="3364760"/>
            <a:chExt cx="232240" cy="367367"/>
          </a:xfrm>
        </p:grpSpPr>
        <p:sp>
          <p:nvSpPr>
            <p:cNvPr id="971" name="Google Shape;971;g32268d58d69_0_3017"/>
            <p:cNvSpPr/>
            <p:nvPr/>
          </p:nvSpPr>
          <p:spPr>
            <a:xfrm>
              <a:off x="5903924" y="3364760"/>
              <a:ext cx="232240" cy="367367"/>
            </a:xfrm>
            <a:custGeom>
              <a:rect b="b" l="l" r="r" t="t"/>
              <a:pathLst>
                <a:path extrusionOk="0" h="367367" w="232240">
                  <a:moveTo>
                    <a:pt x="116120" y="367368"/>
                  </a:moveTo>
                  <a:lnTo>
                    <a:pt x="10079" y="163243"/>
                  </a:lnTo>
                  <a:cubicBezTo>
                    <a:pt x="-5952" y="127203"/>
                    <a:pt x="-2722" y="85917"/>
                    <a:pt x="18786" y="52877"/>
                  </a:cubicBezTo>
                  <a:cubicBezTo>
                    <a:pt x="40294" y="19836"/>
                    <a:pt x="76621" y="0"/>
                    <a:pt x="116120" y="0"/>
                  </a:cubicBezTo>
                  <a:cubicBezTo>
                    <a:pt x="155619" y="0"/>
                    <a:pt x="191946" y="19778"/>
                    <a:pt x="213454" y="52877"/>
                  </a:cubicBezTo>
                  <a:cubicBezTo>
                    <a:pt x="234962" y="85975"/>
                    <a:pt x="238192" y="127261"/>
                    <a:pt x="222161" y="163300"/>
                  </a:cubicBezTo>
                  <a:lnTo>
                    <a:pt x="116120" y="367368"/>
                  </a:lnTo>
                  <a:close/>
                  <a:moveTo>
                    <a:pt x="20516" y="158399"/>
                  </a:moveTo>
                  <a:lnTo>
                    <a:pt x="116062" y="342342"/>
                  </a:lnTo>
                  <a:lnTo>
                    <a:pt x="211724" y="158226"/>
                  </a:lnTo>
                  <a:cubicBezTo>
                    <a:pt x="226025" y="126050"/>
                    <a:pt x="223084" y="88916"/>
                    <a:pt x="203767" y="59104"/>
                  </a:cubicBezTo>
                  <a:cubicBezTo>
                    <a:pt x="184392" y="29350"/>
                    <a:pt x="151640" y="11533"/>
                    <a:pt x="116120" y="11533"/>
                  </a:cubicBezTo>
                  <a:cubicBezTo>
                    <a:pt x="80600" y="11533"/>
                    <a:pt x="47790" y="29350"/>
                    <a:pt x="28415" y="59104"/>
                  </a:cubicBezTo>
                  <a:cubicBezTo>
                    <a:pt x="9098" y="88858"/>
                    <a:pt x="6158" y="125993"/>
                    <a:pt x="20516" y="158399"/>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72" name="Google Shape;972;g32268d58d69_0_3017"/>
            <p:cNvSpPr/>
            <p:nvPr/>
          </p:nvSpPr>
          <p:spPr>
            <a:xfrm>
              <a:off x="5965495" y="3424613"/>
              <a:ext cx="109097" cy="109097"/>
            </a:xfrm>
            <a:custGeom>
              <a:rect b="b" l="l" r="r" t="t"/>
              <a:pathLst>
                <a:path extrusionOk="0" h="109097" w="109097">
                  <a:moveTo>
                    <a:pt x="54549" y="109097"/>
                  </a:moveTo>
                  <a:cubicBezTo>
                    <a:pt x="24507" y="109097"/>
                    <a:pt x="0" y="84649"/>
                    <a:pt x="0" y="54549"/>
                  </a:cubicBezTo>
                  <a:lnTo>
                    <a:pt x="11533" y="54549"/>
                  </a:lnTo>
                  <a:cubicBezTo>
                    <a:pt x="11533" y="78248"/>
                    <a:pt x="30792" y="97565"/>
                    <a:pt x="54549" y="97565"/>
                  </a:cubicBezTo>
                  <a:cubicBezTo>
                    <a:pt x="78248" y="97565"/>
                    <a:pt x="97565" y="78306"/>
                    <a:pt x="97565" y="54549"/>
                  </a:cubicBezTo>
                  <a:cubicBezTo>
                    <a:pt x="97565" y="30849"/>
                    <a:pt x="78306" y="11533"/>
                    <a:pt x="54549" y="11533"/>
                  </a:cubicBezTo>
                  <a:lnTo>
                    <a:pt x="54549" y="0"/>
                  </a:lnTo>
                  <a:cubicBezTo>
                    <a:pt x="84591" y="0"/>
                    <a:pt x="109097" y="24449"/>
                    <a:pt x="109097" y="54549"/>
                  </a:cubicBezTo>
                  <a:cubicBezTo>
                    <a:pt x="109097" y="84649"/>
                    <a:pt x="84591" y="109097"/>
                    <a:pt x="54549" y="109097"/>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973" name="Google Shape;973;g32268d58d69_0_3017"/>
          <p:cNvGrpSpPr/>
          <p:nvPr/>
        </p:nvGrpSpPr>
        <p:grpSpPr>
          <a:xfrm>
            <a:off x="3991285" y="2923053"/>
            <a:ext cx="248601" cy="202929"/>
            <a:chOff x="5789611" y="3181349"/>
            <a:chExt cx="646726" cy="528049"/>
          </a:xfrm>
        </p:grpSpPr>
        <p:grpSp>
          <p:nvGrpSpPr>
            <p:cNvPr id="974" name="Google Shape;974;g32268d58d69_0_3017"/>
            <p:cNvGrpSpPr/>
            <p:nvPr/>
          </p:nvGrpSpPr>
          <p:grpSpPr>
            <a:xfrm>
              <a:off x="5980021" y="3237639"/>
              <a:ext cx="187566" cy="238166"/>
              <a:chOff x="5980021" y="3237639"/>
              <a:chExt cx="187566" cy="238166"/>
            </a:xfrm>
          </p:grpSpPr>
          <p:sp>
            <p:nvSpPr>
              <p:cNvPr id="975" name="Google Shape;975;g32268d58d69_0_3017"/>
              <p:cNvSpPr/>
              <p:nvPr/>
            </p:nvSpPr>
            <p:spPr>
              <a:xfrm>
                <a:off x="5980021" y="3382022"/>
                <a:ext cx="187566" cy="93783"/>
              </a:xfrm>
              <a:custGeom>
                <a:rect b="b" l="l" r="r" t="t"/>
                <a:pathLst>
                  <a:path extrusionOk="0" h="93783" w="187566">
                    <a:moveTo>
                      <a:pt x="187566" y="93783"/>
                    </a:moveTo>
                    <a:lnTo>
                      <a:pt x="167245" y="93783"/>
                    </a:lnTo>
                    <a:cubicBezTo>
                      <a:pt x="167245" y="53242"/>
                      <a:pt x="134324" y="20321"/>
                      <a:pt x="93783" y="20321"/>
                    </a:cubicBezTo>
                    <a:cubicBezTo>
                      <a:pt x="53242" y="20321"/>
                      <a:pt x="20321" y="53242"/>
                      <a:pt x="20321" y="93783"/>
                    </a:cubicBezTo>
                    <a:lnTo>
                      <a:pt x="0" y="93783"/>
                    </a:lnTo>
                    <a:cubicBezTo>
                      <a:pt x="0" y="42065"/>
                      <a:pt x="42065" y="0"/>
                      <a:pt x="93783" y="0"/>
                    </a:cubicBezTo>
                    <a:cubicBezTo>
                      <a:pt x="145501" y="0"/>
                      <a:pt x="187566" y="42065"/>
                      <a:pt x="187566" y="93783"/>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76" name="Google Shape;976;g32268d58d69_0_3017"/>
              <p:cNvSpPr/>
              <p:nvPr/>
            </p:nvSpPr>
            <p:spPr>
              <a:xfrm>
                <a:off x="6015685" y="3237639"/>
                <a:ext cx="116441" cy="116441"/>
              </a:xfrm>
              <a:custGeom>
                <a:rect b="b" l="l" r="r" t="t"/>
                <a:pathLst>
                  <a:path extrusionOk="0" h="116441" w="116441">
                    <a:moveTo>
                      <a:pt x="58221" y="116441"/>
                    </a:moveTo>
                    <a:cubicBezTo>
                      <a:pt x="26113" y="116441"/>
                      <a:pt x="0" y="90328"/>
                      <a:pt x="0" y="58221"/>
                    </a:cubicBezTo>
                    <a:cubicBezTo>
                      <a:pt x="0" y="26113"/>
                      <a:pt x="26113" y="0"/>
                      <a:pt x="58221" y="0"/>
                    </a:cubicBezTo>
                    <a:cubicBezTo>
                      <a:pt x="90328" y="0"/>
                      <a:pt x="116441" y="26113"/>
                      <a:pt x="116441" y="58221"/>
                    </a:cubicBezTo>
                    <a:cubicBezTo>
                      <a:pt x="116441" y="90328"/>
                      <a:pt x="90328" y="116441"/>
                      <a:pt x="58221" y="116441"/>
                    </a:cubicBezTo>
                    <a:close/>
                    <a:moveTo>
                      <a:pt x="58221" y="20423"/>
                    </a:moveTo>
                    <a:cubicBezTo>
                      <a:pt x="37290" y="20423"/>
                      <a:pt x="20321" y="37391"/>
                      <a:pt x="20321" y="58322"/>
                    </a:cubicBezTo>
                    <a:cubicBezTo>
                      <a:pt x="20321" y="79253"/>
                      <a:pt x="37290" y="96222"/>
                      <a:pt x="58221" y="96222"/>
                    </a:cubicBezTo>
                    <a:cubicBezTo>
                      <a:pt x="79152" y="96222"/>
                      <a:pt x="96120" y="79253"/>
                      <a:pt x="96120" y="58322"/>
                    </a:cubicBezTo>
                    <a:cubicBezTo>
                      <a:pt x="96120" y="37391"/>
                      <a:pt x="79050" y="20423"/>
                      <a:pt x="58221" y="20423"/>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977" name="Google Shape;977;g32268d58d69_0_3017"/>
            <p:cNvSpPr/>
            <p:nvPr/>
          </p:nvSpPr>
          <p:spPr>
            <a:xfrm>
              <a:off x="6219102" y="3348390"/>
              <a:ext cx="217235" cy="361008"/>
            </a:xfrm>
            <a:custGeom>
              <a:rect b="b" l="l" r="r" t="t"/>
              <a:pathLst>
                <a:path extrusionOk="0" h="361008" w="217235">
                  <a:moveTo>
                    <a:pt x="164196" y="361009"/>
                  </a:moveTo>
                  <a:lnTo>
                    <a:pt x="53039" y="361009"/>
                  </a:lnTo>
                  <a:cubicBezTo>
                    <a:pt x="23776" y="361009"/>
                    <a:pt x="0" y="337233"/>
                    <a:pt x="0" y="307970"/>
                  </a:cubicBezTo>
                  <a:lnTo>
                    <a:pt x="0" y="53039"/>
                  </a:lnTo>
                  <a:cubicBezTo>
                    <a:pt x="0" y="23776"/>
                    <a:pt x="23776" y="0"/>
                    <a:pt x="53039" y="0"/>
                  </a:cubicBezTo>
                  <a:lnTo>
                    <a:pt x="164196" y="0"/>
                  </a:lnTo>
                  <a:cubicBezTo>
                    <a:pt x="193459" y="0"/>
                    <a:pt x="217235" y="23776"/>
                    <a:pt x="217235" y="53039"/>
                  </a:cubicBezTo>
                  <a:lnTo>
                    <a:pt x="217235" y="307970"/>
                  </a:lnTo>
                  <a:cubicBezTo>
                    <a:pt x="217235" y="337233"/>
                    <a:pt x="193459" y="361009"/>
                    <a:pt x="164196" y="361009"/>
                  </a:cubicBezTo>
                  <a:close/>
                  <a:moveTo>
                    <a:pt x="53039" y="20321"/>
                  </a:moveTo>
                  <a:cubicBezTo>
                    <a:pt x="34953" y="20321"/>
                    <a:pt x="20321" y="34953"/>
                    <a:pt x="20321" y="53039"/>
                  </a:cubicBezTo>
                  <a:lnTo>
                    <a:pt x="20321" y="307970"/>
                  </a:lnTo>
                  <a:cubicBezTo>
                    <a:pt x="20321" y="326056"/>
                    <a:pt x="34953" y="340687"/>
                    <a:pt x="53039" y="340687"/>
                  </a:cubicBezTo>
                  <a:lnTo>
                    <a:pt x="164196" y="340687"/>
                  </a:lnTo>
                  <a:cubicBezTo>
                    <a:pt x="182282" y="340687"/>
                    <a:pt x="196914" y="326056"/>
                    <a:pt x="196914" y="307970"/>
                  </a:cubicBezTo>
                  <a:lnTo>
                    <a:pt x="196914" y="53039"/>
                  </a:lnTo>
                  <a:cubicBezTo>
                    <a:pt x="196914" y="34953"/>
                    <a:pt x="182282" y="20321"/>
                    <a:pt x="164196" y="20321"/>
                  </a:cubicBezTo>
                  <a:lnTo>
                    <a:pt x="53039" y="20321"/>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978" name="Google Shape;978;g32268d58d69_0_3017"/>
            <p:cNvGrpSpPr/>
            <p:nvPr/>
          </p:nvGrpSpPr>
          <p:grpSpPr>
            <a:xfrm>
              <a:off x="5789611" y="3181349"/>
              <a:ext cx="568489" cy="483850"/>
              <a:chOff x="5789611" y="3181349"/>
              <a:chExt cx="568489" cy="483850"/>
            </a:xfrm>
          </p:grpSpPr>
          <p:grpSp>
            <p:nvGrpSpPr>
              <p:cNvPr id="979" name="Google Shape;979;g32268d58d69_0_3017"/>
              <p:cNvGrpSpPr/>
              <p:nvPr/>
            </p:nvGrpSpPr>
            <p:grpSpPr>
              <a:xfrm>
                <a:off x="5980631" y="3599765"/>
                <a:ext cx="186448" cy="65434"/>
                <a:chOff x="5980631" y="3599765"/>
                <a:chExt cx="186448" cy="65434"/>
              </a:xfrm>
            </p:grpSpPr>
            <p:sp>
              <p:nvSpPr>
                <p:cNvPr id="980" name="Google Shape;980;g32268d58d69_0_3017"/>
                <p:cNvSpPr/>
                <p:nvPr/>
              </p:nvSpPr>
              <p:spPr>
                <a:xfrm>
                  <a:off x="5980631" y="3644878"/>
                  <a:ext cx="186448" cy="20321"/>
                </a:xfrm>
                <a:custGeom>
                  <a:rect b="b" l="l" r="r" t="t"/>
                  <a:pathLst>
                    <a:path extrusionOk="0" h="20321" w="186448">
                      <a:moveTo>
                        <a:pt x="0" y="0"/>
                      </a:moveTo>
                      <a:lnTo>
                        <a:pt x="186448" y="0"/>
                      </a:lnTo>
                      <a:lnTo>
                        <a:pt x="186448" y="20321"/>
                      </a:lnTo>
                      <a:lnTo>
                        <a:pt x="0" y="20321"/>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81" name="Google Shape;981;g32268d58d69_0_3017"/>
                <p:cNvSpPr/>
                <p:nvPr/>
              </p:nvSpPr>
              <p:spPr>
                <a:xfrm>
                  <a:off x="6063745" y="3599765"/>
                  <a:ext cx="20321" cy="55274"/>
                </a:xfrm>
                <a:custGeom>
                  <a:rect b="b" l="l" r="r" t="t"/>
                  <a:pathLst>
                    <a:path extrusionOk="0" h="55274" w="20321">
                      <a:moveTo>
                        <a:pt x="0" y="0"/>
                      </a:moveTo>
                      <a:lnTo>
                        <a:pt x="20321" y="0"/>
                      </a:lnTo>
                      <a:lnTo>
                        <a:pt x="20321" y="55274"/>
                      </a:lnTo>
                      <a:lnTo>
                        <a:pt x="0" y="55274"/>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982" name="Google Shape;982;g32268d58d69_0_3017"/>
              <p:cNvSpPr/>
              <p:nvPr/>
            </p:nvSpPr>
            <p:spPr>
              <a:xfrm>
                <a:off x="5789611" y="3181349"/>
                <a:ext cx="568489" cy="398603"/>
              </a:xfrm>
              <a:custGeom>
                <a:rect b="b" l="l" r="r" t="t"/>
                <a:pathLst>
                  <a:path extrusionOk="0" h="398603" w="568489">
                    <a:moveTo>
                      <a:pt x="409475" y="398603"/>
                    </a:moveTo>
                    <a:lnTo>
                      <a:pt x="36477" y="398603"/>
                    </a:lnTo>
                    <a:cubicBezTo>
                      <a:pt x="16359" y="398603"/>
                      <a:pt x="0" y="382245"/>
                      <a:pt x="0" y="362126"/>
                    </a:cubicBezTo>
                    <a:lnTo>
                      <a:pt x="0" y="36477"/>
                    </a:lnTo>
                    <a:cubicBezTo>
                      <a:pt x="0" y="16359"/>
                      <a:pt x="16359" y="0"/>
                      <a:pt x="36477" y="0"/>
                    </a:cubicBezTo>
                    <a:lnTo>
                      <a:pt x="532013" y="0"/>
                    </a:lnTo>
                    <a:cubicBezTo>
                      <a:pt x="552131" y="0"/>
                      <a:pt x="568490" y="16359"/>
                      <a:pt x="568490" y="36477"/>
                    </a:cubicBezTo>
                    <a:lnTo>
                      <a:pt x="568490" y="147127"/>
                    </a:lnTo>
                    <a:lnTo>
                      <a:pt x="548676" y="147127"/>
                    </a:lnTo>
                    <a:lnTo>
                      <a:pt x="548676" y="36477"/>
                    </a:lnTo>
                    <a:cubicBezTo>
                      <a:pt x="548676" y="27332"/>
                      <a:pt x="541157" y="19813"/>
                      <a:pt x="532013" y="19813"/>
                    </a:cubicBezTo>
                    <a:lnTo>
                      <a:pt x="36477" y="19813"/>
                    </a:lnTo>
                    <a:cubicBezTo>
                      <a:pt x="27332" y="19813"/>
                      <a:pt x="19813" y="27332"/>
                      <a:pt x="19813" y="36477"/>
                    </a:cubicBezTo>
                    <a:lnTo>
                      <a:pt x="19813" y="362126"/>
                    </a:lnTo>
                    <a:cubicBezTo>
                      <a:pt x="19813" y="371373"/>
                      <a:pt x="27332" y="378790"/>
                      <a:pt x="36477" y="378790"/>
                    </a:cubicBezTo>
                    <a:lnTo>
                      <a:pt x="409475" y="378790"/>
                    </a:lnTo>
                    <a:lnTo>
                      <a:pt x="409475" y="398603"/>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983" name="Google Shape;983;g32268d58d69_0_3017"/>
            <p:cNvSpPr/>
            <p:nvPr/>
          </p:nvSpPr>
          <p:spPr>
            <a:xfrm>
              <a:off x="6219102" y="3348390"/>
              <a:ext cx="217235" cy="361008"/>
            </a:xfrm>
            <a:custGeom>
              <a:rect b="b" l="l" r="r" t="t"/>
              <a:pathLst>
                <a:path extrusionOk="0" h="361008" w="217235">
                  <a:moveTo>
                    <a:pt x="164196" y="361009"/>
                  </a:moveTo>
                  <a:lnTo>
                    <a:pt x="53039" y="361009"/>
                  </a:lnTo>
                  <a:cubicBezTo>
                    <a:pt x="23776" y="361009"/>
                    <a:pt x="0" y="337233"/>
                    <a:pt x="0" y="307970"/>
                  </a:cubicBezTo>
                  <a:lnTo>
                    <a:pt x="0" y="53039"/>
                  </a:lnTo>
                  <a:cubicBezTo>
                    <a:pt x="0" y="23776"/>
                    <a:pt x="23776" y="0"/>
                    <a:pt x="53039" y="0"/>
                  </a:cubicBezTo>
                  <a:lnTo>
                    <a:pt x="164196" y="0"/>
                  </a:lnTo>
                  <a:cubicBezTo>
                    <a:pt x="193459" y="0"/>
                    <a:pt x="217235" y="23776"/>
                    <a:pt x="217235" y="53039"/>
                  </a:cubicBezTo>
                  <a:lnTo>
                    <a:pt x="217235" y="307970"/>
                  </a:lnTo>
                  <a:cubicBezTo>
                    <a:pt x="217235" y="337233"/>
                    <a:pt x="193459" y="361009"/>
                    <a:pt x="164196" y="361009"/>
                  </a:cubicBezTo>
                  <a:close/>
                  <a:moveTo>
                    <a:pt x="53039" y="20321"/>
                  </a:moveTo>
                  <a:cubicBezTo>
                    <a:pt x="34953" y="20321"/>
                    <a:pt x="20321" y="34953"/>
                    <a:pt x="20321" y="53039"/>
                  </a:cubicBezTo>
                  <a:lnTo>
                    <a:pt x="20321" y="307970"/>
                  </a:lnTo>
                  <a:cubicBezTo>
                    <a:pt x="20321" y="326056"/>
                    <a:pt x="34953" y="340687"/>
                    <a:pt x="53039" y="340687"/>
                  </a:cubicBezTo>
                  <a:lnTo>
                    <a:pt x="164196" y="340687"/>
                  </a:lnTo>
                  <a:cubicBezTo>
                    <a:pt x="182282" y="340687"/>
                    <a:pt x="196914" y="326056"/>
                    <a:pt x="196914" y="307970"/>
                  </a:cubicBezTo>
                  <a:lnTo>
                    <a:pt x="196914" y="53039"/>
                  </a:lnTo>
                  <a:cubicBezTo>
                    <a:pt x="196914" y="34953"/>
                    <a:pt x="182282" y="20321"/>
                    <a:pt x="164196" y="20321"/>
                  </a:cubicBezTo>
                  <a:lnTo>
                    <a:pt x="53039" y="20321"/>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84" name="Google Shape;984;g32268d58d69_0_3017"/>
            <p:cNvSpPr/>
            <p:nvPr/>
          </p:nvSpPr>
          <p:spPr>
            <a:xfrm>
              <a:off x="6313393" y="3636851"/>
              <a:ext cx="28653" cy="28653"/>
            </a:xfrm>
            <a:custGeom>
              <a:rect b="b" l="l" r="r" t="t"/>
              <a:pathLst>
                <a:path extrusionOk="0" h="28653" w="28653">
                  <a:moveTo>
                    <a:pt x="14327" y="28653"/>
                  </a:moveTo>
                  <a:cubicBezTo>
                    <a:pt x="6401" y="28653"/>
                    <a:pt x="0" y="22252"/>
                    <a:pt x="0" y="14327"/>
                  </a:cubicBezTo>
                  <a:cubicBezTo>
                    <a:pt x="0" y="6401"/>
                    <a:pt x="6401" y="0"/>
                    <a:pt x="14327" y="0"/>
                  </a:cubicBezTo>
                  <a:cubicBezTo>
                    <a:pt x="22252" y="0"/>
                    <a:pt x="28653" y="6401"/>
                    <a:pt x="28653" y="14327"/>
                  </a:cubicBezTo>
                  <a:cubicBezTo>
                    <a:pt x="28653" y="22252"/>
                    <a:pt x="22252" y="28653"/>
                    <a:pt x="14327" y="28653"/>
                  </a:cubicBezTo>
                  <a:close/>
                  <a:moveTo>
                    <a:pt x="14327" y="8332"/>
                  </a:moveTo>
                  <a:cubicBezTo>
                    <a:pt x="10974" y="8332"/>
                    <a:pt x="8332" y="11075"/>
                    <a:pt x="8332" y="14327"/>
                  </a:cubicBezTo>
                  <a:cubicBezTo>
                    <a:pt x="8332" y="17578"/>
                    <a:pt x="11075" y="20321"/>
                    <a:pt x="14327" y="20321"/>
                  </a:cubicBezTo>
                  <a:cubicBezTo>
                    <a:pt x="17578" y="20321"/>
                    <a:pt x="20321" y="17578"/>
                    <a:pt x="20321" y="14327"/>
                  </a:cubicBezTo>
                  <a:cubicBezTo>
                    <a:pt x="20321" y="11075"/>
                    <a:pt x="17680" y="8332"/>
                    <a:pt x="14327" y="8332"/>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cxnSp>
        <p:nvCxnSpPr>
          <p:cNvPr id="985" name="Google Shape;985;g32268d58d69_0_3017"/>
          <p:cNvCxnSpPr>
            <a:stCxn id="952" idx="6"/>
          </p:cNvCxnSpPr>
          <p:nvPr/>
        </p:nvCxnSpPr>
        <p:spPr>
          <a:xfrm>
            <a:off x="2006440" y="3612306"/>
            <a:ext cx="1899600" cy="1177200"/>
          </a:xfrm>
          <a:prstGeom prst="bentConnector3">
            <a:avLst>
              <a:gd fmla="val 71541" name="adj1"/>
            </a:avLst>
          </a:prstGeom>
          <a:noFill/>
          <a:ln cap="flat" cmpd="sng" w="28575">
            <a:solidFill>
              <a:schemeClr val="accent1"/>
            </a:solidFill>
            <a:prstDash val="solid"/>
            <a:miter lim="800000"/>
            <a:headEnd len="sm" w="sm" type="none"/>
            <a:tailEnd len="med" w="med" type="triangle"/>
          </a:ln>
        </p:spPr>
      </p:cxnSp>
      <p:cxnSp>
        <p:nvCxnSpPr>
          <p:cNvPr id="986" name="Google Shape;986;g32268d58d69_0_3017"/>
          <p:cNvCxnSpPr/>
          <p:nvPr/>
        </p:nvCxnSpPr>
        <p:spPr>
          <a:xfrm flipH="1" rot="10800000">
            <a:off x="5204421" y="3942549"/>
            <a:ext cx="1536300" cy="861900"/>
          </a:xfrm>
          <a:prstGeom prst="bentConnector3">
            <a:avLst>
              <a:gd fmla="val 49999" name="adj1"/>
            </a:avLst>
          </a:prstGeom>
          <a:noFill/>
          <a:ln cap="flat" cmpd="sng" w="28575">
            <a:solidFill>
              <a:schemeClr val="accent1"/>
            </a:solidFill>
            <a:prstDash val="solid"/>
            <a:miter lim="800000"/>
            <a:headEnd len="sm" w="sm" type="none"/>
            <a:tailEnd len="med" w="med" type="triangle"/>
          </a:ln>
        </p:spPr>
      </p:cxnSp>
      <p:cxnSp>
        <p:nvCxnSpPr>
          <p:cNvPr id="987" name="Google Shape;987;g32268d58d69_0_3017"/>
          <p:cNvCxnSpPr/>
          <p:nvPr/>
        </p:nvCxnSpPr>
        <p:spPr>
          <a:xfrm flipH="1" rot="10800000">
            <a:off x="8161938" y="3248354"/>
            <a:ext cx="1369800" cy="694800"/>
          </a:xfrm>
          <a:prstGeom prst="bentConnector3">
            <a:avLst>
              <a:gd fmla="val 45755" name="adj1"/>
            </a:avLst>
          </a:prstGeom>
          <a:noFill/>
          <a:ln cap="flat" cmpd="sng" w="28575">
            <a:solidFill>
              <a:schemeClr val="accent1"/>
            </a:solidFill>
            <a:prstDash val="solid"/>
            <a:miter lim="800000"/>
            <a:headEnd len="sm" w="sm" type="none"/>
            <a:tailEnd len="med" w="med" type="triangle"/>
          </a:ln>
        </p:spPr>
      </p:cxnSp>
      <p:grpSp>
        <p:nvGrpSpPr>
          <p:cNvPr id="988" name="Google Shape;988;g32268d58d69_0_3017"/>
          <p:cNvGrpSpPr/>
          <p:nvPr/>
        </p:nvGrpSpPr>
        <p:grpSpPr>
          <a:xfrm>
            <a:off x="1359544" y="3388307"/>
            <a:ext cx="349949" cy="460409"/>
            <a:chOff x="1510351" y="3401991"/>
            <a:chExt cx="349949" cy="460547"/>
          </a:xfrm>
        </p:grpSpPr>
        <p:sp>
          <p:nvSpPr>
            <p:cNvPr id="989" name="Google Shape;989;g32268d58d69_0_3017"/>
            <p:cNvSpPr/>
            <p:nvPr/>
          </p:nvSpPr>
          <p:spPr>
            <a:xfrm>
              <a:off x="1510351" y="3569908"/>
              <a:ext cx="122456" cy="122456"/>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90" name="Google Shape;990;g32268d58d69_0_3017"/>
            <p:cNvSpPr/>
            <p:nvPr/>
          </p:nvSpPr>
          <p:spPr>
            <a:xfrm>
              <a:off x="1737844" y="3740082"/>
              <a:ext cx="122456" cy="122456"/>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91" name="Google Shape;991;g32268d58d69_0_3017"/>
            <p:cNvSpPr/>
            <p:nvPr/>
          </p:nvSpPr>
          <p:spPr>
            <a:xfrm>
              <a:off x="1736947" y="3401991"/>
              <a:ext cx="122456" cy="122456"/>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992" name="Google Shape;992;g32268d58d69_0_3017"/>
          <p:cNvGrpSpPr/>
          <p:nvPr/>
        </p:nvGrpSpPr>
        <p:grpSpPr>
          <a:xfrm>
            <a:off x="10250018" y="3895155"/>
            <a:ext cx="272490" cy="334809"/>
            <a:chOff x="5889624" y="3176587"/>
            <a:chExt cx="409574" cy="503396"/>
          </a:xfrm>
        </p:grpSpPr>
        <p:sp>
          <p:nvSpPr>
            <p:cNvPr id="993" name="Google Shape;993;g32268d58d69_0_3017"/>
            <p:cNvSpPr/>
            <p:nvPr/>
          </p:nvSpPr>
          <p:spPr>
            <a:xfrm>
              <a:off x="6048691" y="3280790"/>
              <a:ext cx="137731" cy="100774"/>
            </a:xfrm>
            <a:custGeom>
              <a:rect b="b" l="l" r="r" t="t"/>
              <a:pathLst>
                <a:path extrusionOk="0" h="100774" w="137731">
                  <a:moveTo>
                    <a:pt x="50482" y="100775"/>
                  </a:moveTo>
                  <a:lnTo>
                    <a:pt x="0" y="50387"/>
                  </a:lnTo>
                  <a:lnTo>
                    <a:pt x="13526" y="36862"/>
                  </a:lnTo>
                  <a:lnTo>
                    <a:pt x="50482" y="73819"/>
                  </a:lnTo>
                  <a:lnTo>
                    <a:pt x="124301" y="0"/>
                  </a:lnTo>
                  <a:lnTo>
                    <a:pt x="137731" y="1343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994" name="Google Shape;994;g32268d58d69_0_3017"/>
            <p:cNvGrpSpPr/>
            <p:nvPr/>
          </p:nvGrpSpPr>
          <p:grpSpPr>
            <a:xfrm>
              <a:off x="5916865" y="3176587"/>
              <a:ext cx="382333" cy="503396"/>
              <a:chOff x="5916865" y="3176587"/>
              <a:chExt cx="382333" cy="503396"/>
            </a:xfrm>
          </p:grpSpPr>
          <p:sp>
            <p:nvSpPr>
              <p:cNvPr id="995" name="Google Shape;995;g32268d58d69_0_3017"/>
              <p:cNvSpPr/>
              <p:nvPr/>
            </p:nvSpPr>
            <p:spPr>
              <a:xfrm>
                <a:off x="5916865" y="3282124"/>
                <a:ext cx="19049" cy="146208"/>
              </a:xfrm>
              <a:custGeom>
                <a:rect b="b" l="l" r="r" t="t"/>
                <a:pathLst>
                  <a:path extrusionOk="0" h="146208" w="19049">
                    <a:moveTo>
                      <a:pt x="0" y="0"/>
                    </a:moveTo>
                    <a:lnTo>
                      <a:pt x="19050" y="0"/>
                    </a:lnTo>
                    <a:lnTo>
                      <a:pt x="19050" y="146209"/>
                    </a:lnTo>
                    <a:lnTo>
                      <a:pt x="0" y="146209"/>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96" name="Google Shape;996;g32268d58d69_0_3017"/>
              <p:cNvSpPr/>
              <p:nvPr/>
            </p:nvSpPr>
            <p:spPr>
              <a:xfrm>
                <a:off x="5916865" y="3453002"/>
                <a:ext cx="19049" cy="152876"/>
              </a:xfrm>
              <a:custGeom>
                <a:rect b="b" l="l" r="r" t="t"/>
                <a:pathLst>
                  <a:path extrusionOk="0" h="152876" w="19049">
                    <a:moveTo>
                      <a:pt x="0" y="0"/>
                    </a:moveTo>
                    <a:lnTo>
                      <a:pt x="19050" y="0"/>
                    </a:lnTo>
                    <a:lnTo>
                      <a:pt x="19050" y="152876"/>
                    </a:lnTo>
                    <a:lnTo>
                      <a:pt x="0" y="152876"/>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97" name="Google Shape;997;g32268d58d69_0_3017"/>
              <p:cNvSpPr/>
              <p:nvPr/>
            </p:nvSpPr>
            <p:spPr>
              <a:xfrm>
                <a:off x="5916865" y="3176587"/>
                <a:ext cx="382333" cy="503396"/>
              </a:xfrm>
              <a:custGeom>
                <a:rect b="b" l="l" r="r" t="t"/>
                <a:pathLst>
                  <a:path extrusionOk="0" h="503396" w="382333">
                    <a:moveTo>
                      <a:pt x="339471" y="503396"/>
                    </a:moveTo>
                    <a:lnTo>
                      <a:pt x="0" y="503396"/>
                    </a:lnTo>
                    <a:lnTo>
                      <a:pt x="0" y="447104"/>
                    </a:lnTo>
                    <a:lnTo>
                      <a:pt x="19050" y="447104"/>
                    </a:lnTo>
                    <a:lnTo>
                      <a:pt x="19050" y="484346"/>
                    </a:lnTo>
                    <a:lnTo>
                      <a:pt x="339471" y="484346"/>
                    </a:lnTo>
                    <a:cubicBezTo>
                      <a:pt x="352616" y="484346"/>
                      <a:pt x="363284" y="473678"/>
                      <a:pt x="363284" y="460534"/>
                    </a:cubicBezTo>
                    <a:lnTo>
                      <a:pt x="363284" y="42863"/>
                    </a:lnTo>
                    <a:cubicBezTo>
                      <a:pt x="363284" y="29718"/>
                      <a:pt x="352616" y="19050"/>
                      <a:pt x="339471" y="19050"/>
                    </a:cubicBezTo>
                    <a:lnTo>
                      <a:pt x="19050" y="19050"/>
                    </a:lnTo>
                    <a:lnTo>
                      <a:pt x="19050" y="77153"/>
                    </a:lnTo>
                    <a:lnTo>
                      <a:pt x="0" y="77153"/>
                    </a:lnTo>
                    <a:lnTo>
                      <a:pt x="0" y="0"/>
                    </a:lnTo>
                    <a:lnTo>
                      <a:pt x="339471" y="0"/>
                    </a:lnTo>
                    <a:cubicBezTo>
                      <a:pt x="363093" y="0"/>
                      <a:pt x="382334" y="19241"/>
                      <a:pt x="382334" y="42863"/>
                    </a:cubicBezTo>
                    <a:lnTo>
                      <a:pt x="382334" y="460534"/>
                    </a:lnTo>
                    <a:cubicBezTo>
                      <a:pt x="382334" y="484156"/>
                      <a:pt x="363093" y="503396"/>
                      <a:pt x="339471" y="503396"/>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998" name="Google Shape;998;g32268d58d69_0_3017"/>
            <p:cNvSpPr/>
            <p:nvPr/>
          </p:nvSpPr>
          <p:spPr>
            <a:xfrm>
              <a:off x="6012782" y="3450907"/>
              <a:ext cx="209645" cy="19050"/>
            </a:xfrm>
            <a:custGeom>
              <a:rect b="b" l="l" r="r" t="t"/>
              <a:pathLst>
                <a:path extrusionOk="0" h="19050" w="209645">
                  <a:moveTo>
                    <a:pt x="0" y="0"/>
                  </a:moveTo>
                  <a:lnTo>
                    <a:pt x="209645" y="0"/>
                  </a:lnTo>
                  <a:lnTo>
                    <a:pt x="209645"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999" name="Google Shape;999;g32268d58d69_0_3017"/>
            <p:cNvSpPr/>
            <p:nvPr/>
          </p:nvSpPr>
          <p:spPr>
            <a:xfrm>
              <a:off x="6012782" y="3519106"/>
              <a:ext cx="209645" cy="19050"/>
            </a:xfrm>
            <a:custGeom>
              <a:rect b="b" l="l" r="r" t="t"/>
              <a:pathLst>
                <a:path extrusionOk="0" h="19050" w="209645">
                  <a:moveTo>
                    <a:pt x="0" y="0"/>
                  </a:moveTo>
                  <a:lnTo>
                    <a:pt x="209645" y="0"/>
                  </a:lnTo>
                  <a:lnTo>
                    <a:pt x="209645"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00" name="Google Shape;1000;g32268d58d69_0_3017"/>
            <p:cNvSpPr/>
            <p:nvPr/>
          </p:nvSpPr>
          <p:spPr>
            <a:xfrm>
              <a:off x="6012782" y="3587209"/>
              <a:ext cx="209645" cy="19050"/>
            </a:xfrm>
            <a:custGeom>
              <a:rect b="b" l="l" r="r" t="t"/>
              <a:pathLst>
                <a:path extrusionOk="0" h="19050" w="209645">
                  <a:moveTo>
                    <a:pt x="0" y="0"/>
                  </a:moveTo>
                  <a:lnTo>
                    <a:pt x="209645" y="0"/>
                  </a:lnTo>
                  <a:lnTo>
                    <a:pt x="209645"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01" name="Google Shape;1001;g32268d58d69_0_3017"/>
            <p:cNvSpPr/>
            <p:nvPr/>
          </p:nvSpPr>
          <p:spPr>
            <a:xfrm>
              <a:off x="5889624" y="3244214"/>
              <a:ext cx="73533" cy="19050"/>
            </a:xfrm>
            <a:custGeom>
              <a:rect b="b" l="l" r="r" t="t"/>
              <a:pathLst>
                <a:path extrusionOk="0" h="19050" w="73533">
                  <a:moveTo>
                    <a:pt x="0" y="0"/>
                  </a:moveTo>
                  <a:lnTo>
                    <a:pt x="73533" y="0"/>
                  </a:lnTo>
                  <a:lnTo>
                    <a:pt x="73533"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02" name="Google Shape;1002;g32268d58d69_0_3017"/>
            <p:cNvSpPr/>
            <p:nvPr/>
          </p:nvSpPr>
          <p:spPr>
            <a:xfrm>
              <a:off x="5889624" y="3415664"/>
              <a:ext cx="73533" cy="19050"/>
            </a:xfrm>
            <a:custGeom>
              <a:rect b="b" l="l" r="r" t="t"/>
              <a:pathLst>
                <a:path extrusionOk="0" h="19050" w="73533">
                  <a:moveTo>
                    <a:pt x="0" y="0"/>
                  </a:moveTo>
                  <a:lnTo>
                    <a:pt x="73533" y="0"/>
                  </a:lnTo>
                  <a:lnTo>
                    <a:pt x="73533"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03" name="Google Shape;1003;g32268d58d69_0_3017"/>
            <p:cNvSpPr/>
            <p:nvPr/>
          </p:nvSpPr>
          <p:spPr>
            <a:xfrm>
              <a:off x="5889624" y="3587209"/>
              <a:ext cx="73533" cy="19050"/>
            </a:xfrm>
            <a:custGeom>
              <a:rect b="b" l="l" r="r" t="t"/>
              <a:pathLst>
                <a:path extrusionOk="0" h="19050" w="73533">
                  <a:moveTo>
                    <a:pt x="0" y="0"/>
                  </a:moveTo>
                  <a:lnTo>
                    <a:pt x="73533" y="0"/>
                  </a:lnTo>
                  <a:lnTo>
                    <a:pt x="73533"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cxnSp>
        <p:nvCxnSpPr>
          <p:cNvPr id="1004" name="Google Shape;1004;g32268d58d69_0_3017"/>
          <p:cNvCxnSpPr/>
          <p:nvPr/>
        </p:nvCxnSpPr>
        <p:spPr>
          <a:xfrm>
            <a:off x="8912900" y="2657896"/>
            <a:ext cx="0" cy="2999700"/>
          </a:xfrm>
          <a:prstGeom prst="straightConnector1">
            <a:avLst/>
          </a:prstGeom>
          <a:noFill/>
          <a:ln cap="flat" cmpd="sng" w="9525">
            <a:solidFill>
              <a:srgbClr val="A5AEBF"/>
            </a:solidFill>
            <a:prstDash val="solid"/>
            <a:miter lim="800000"/>
            <a:headEnd len="sm" w="sm" type="none"/>
            <a:tailEnd len="sm" w="sm" type="none"/>
          </a:ln>
        </p:spPr>
      </p:cxnSp>
      <p:sp>
        <p:nvSpPr>
          <p:cNvPr id="1005" name="Google Shape;1005;g32268d58d69_0_3017"/>
          <p:cNvSpPr txBox="1"/>
          <p:nvPr/>
        </p:nvSpPr>
        <p:spPr>
          <a:xfrm>
            <a:off x="9111782" y="5248906"/>
            <a:ext cx="2618100" cy="520500"/>
          </a:xfrm>
          <a:prstGeom prst="rect">
            <a:avLst/>
          </a:prstGeom>
          <a:noFill/>
          <a:ln>
            <a:noFill/>
          </a:ln>
        </p:spPr>
        <p:txBody>
          <a:bodyPr anchorCtr="0" anchor="t" bIns="45675" lIns="91400" spcFirstLastPara="1" rIns="91400" wrap="square" tIns="4567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Cloud Instance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Scale Down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grpSp>
        <p:nvGrpSpPr>
          <p:cNvPr id="1006" name="Google Shape;1006;g32268d58d69_0_3017"/>
          <p:cNvGrpSpPr/>
          <p:nvPr/>
        </p:nvGrpSpPr>
        <p:grpSpPr>
          <a:xfrm>
            <a:off x="10231670" y="4957413"/>
            <a:ext cx="377561" cy="195968"/>
            <a:chOff x="9950176" y="2630611"/>
            <a:chExt cx="637127" cy="330803"/>
          </a:xfrm>
        </p:grpSpPr>
        <p:sp>
          <p:nvSpPr>
            <p:cNvPr id="1007" name="Google Shape;1007;g32268d58d69_0_3017"/>
            <p:cNvSpPr/>
            <p:nvPr/>
          </p:nvSpPr>
          <p:spPr>
            <a:xfrm>
              <a:off x="10026155" y="2706541"/>
              <a:ext cx="125759" cy="171243"/>
            </a:xfrm>
            <a:custGeom>
              <a:rect b="b" l="l" r="r" t="t"/>
              <a:pathLst>
                <a:path extrusionOk="0" h="171243" w="125759">
                  <a:moveTo>
                    <a:pt x="53084" y="171243"/>
                  </a:moveTo>
                  <a:cubicBezTo>
                    <a:pt x="8031" y="151146"/>
                    <a:pt x="-12353" y="98187"/>
                    <a:pt x="7745" y="53133"/>
                  </a:cubicBezTo>
                  <a:cubicBezTo>
                    <a:pt x="17460" y="31321"/>
                    <a:pt x="35082" y="14557"/>
                    <a:pt x="57370" y="5985"/>
                  </a:cubicBezTo>
                  <a:cubicBezTo>
                    <a:pt x="79659" y="-2588"/>
                    <a:pt x="103947" y="-1921"/>
                    <a:pt x="125760" y="7794"/>
                  </a:cubicBezTo>
                  <a:lnTo>
                    <a:pt x="118044" y="25225"/>
                  </a:lnTo>
                  <a:cubicBezTo>
                    <a:pt x="100899" y="17605"/>
                    <a:pt x="81754" y="17034"/>
                    <a:pt x="64133" y="23796"/>
                  </a:cubicBezTo>
                  <a:cubicBezTo>
                    <a:pt x="46607" y="30559"/>
                    <a:pt x="32700" y="43704"/>
                    <a:pt x="25080" y="60849"/>
                  </a:cubicBezTo>
                  <a:cubicBezTo>
                    <a:pt x="9269" y="96282"/>
                    <a:pt x="25271" y="138001"/>
                    <a:pt x="60799" y="153813"/>
                  </a:cubicBezTo>
                  <a:lnTo>
                    <a:pt x="53084" y="171243"/>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4E3EB1"/>
                </a:solidFill>
                <a:latin typeface="Arial"/>
                <a:ea typeface="Arial"/>
                <a:cs typeface="Arial"/>
                <a:sym typeface="Arial"/>
              </a:endParaRPr>
            </a:p>
          </p:txBody>
        </p:sp>
        <p:sp>
          <p:nvSpPr>
            <p:cNvPr id="1008" name="Google Shape;1008;g32268d58d69_0_3017"/>
            <p:cNvSpPr/>
            <p:nvPr/>
          </p:nvSpPr>
          <p:spPr>
            <a:xfrm>
              <a:off x="10026060" y="2706541"/>
              <a:ext cx="178938" cy="178958"/>
            </a:xfrm>
            <a:custGeom>
              <a:rect b="b" l="l" r="r" t="t"/>
              <a:pathLst>
                <a:path extrusionOk="0" h="178958" w="178938">
                  <a:moveTo>
                    <a:pt x="89469" y="178959"/>
                  </a:moveTo>
                  <a:cubicBezTo>
                    <a:pt x="77087" y="178959"/>
                    <a:pt x="64800" y="176387"/>
                    <a:pt x="53084" y="171148"/>
                  </a:cubicBezTo>
                  <a:cubicBezTo>
                    <a:pt x="8031" y="151050"/>
                    <a:pt x="-12353" y="98091"/>
                    <a:pt x="7745" y="53038"/>
                  </a:cubicBezTo>
                  <a:cubicBezTo>
                    <a:pt x="17556" y="31321"/>
                    <a:pt x="35177" y="14557"/>
                    <a:pt x="57465" y="5985"/>
                  </a:cubicBezTo>
                  <a:cubicBezTo>
                    <a:pt x="79754" y="-2588"/>
                    <a:pt x="104043" y="-1921"/>
                    <a:pt x="125855" y="7794"/>
                  </a:cubicBezTo>
                  <a:cubicBezTo>
                    <a:pt x="170908" y="27892"/>
                    <a:pt x="191292" y="80851"/>
                    <a:pt x="171194" y="125904"/>
                  </a:cubicBezTo>
                  <a:cubicBezTo>
                    <a:pt x="161478" y="147717"/>
                    <a:pt x="143857" y="164481"/>
                    <a:pt x="121569" y="173053"/>
                  </a:cubicBezTo>
                  <a:cubicBezTo>
                    <a:pt x="111186" y="176958"/>
                    <a:pt x="100328" y="178959"/>
                    <a:pt x="89469" y="178959"/>
                  </a:cubicBezTo>
                  <a:close/>
                  <a:moveTo>
                    <a:pt x="89565" y="19034"/>
                  </a:moveTo>
                  <a:cubicBezTo>
                    <a:pt x="81087" y="19034"/>
                    <a:pt x="72515" y="20558"/>
                    <a:pt x="64323" y="23796"/>
                  </a:cubicBezTo>
                  <a:cubicBezTo>
                    <a:pt x="46797" y="30559"/>
                    <a:pt x="32891" y="43704"/>
                    <a:pt x="25271" y="60849"/>
                  </a:cubicBezTo>
                  <a:cubicBezTo>
                    <a:pt x="9459" y="96282"/>
                    <a:pt x="25461" y="138001"/>
                    <a:pt x="60990" y="153813"/>
                  </a:cubicBezTo>
                  <a:cubicBezTo>
                    <a:pt x="78135" y="161433"/>
                    <a:pt x="97280" y="162004"/>
                    <a:pt x="114901" y="155241"/>
                  </a:cubicBezTo>
                  <a:cubicBezTo>
                    <a:pt x="132427" y="148479"/>
                    <a:pt x="146334" y="135334"/>
                    <a:pt x="153954" y="118094"/>
                  </a:cubicBezTo>
                  <a:cubicBezTo>
                    <a:pt x="169765" y="82661"/>
                    <a:pt x="153763" y="40941"/>
                    <a:pt x="118235" y="25130"/>
                  </a:cubicBezTo>
                  <a:cubicBezTo>
                    <a:pt x="108996" y="21129"/>
                    <a:pt x="99280" y="19034"/>
                    <a:pt x="89565" y="19034"/>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4E3EB1"/>
                </a:solidFill>
                <a:latin typeface="Arial"/>
                <a:ea typeface="Arial"/>
                <a:cs typeface="Arial"/>
                <a:sym typeface="Arial"/>
              </a:endParaRPr>
            </a:p>
          </p:txBody>
        </p:sp>
        <p:sp>
          <p:nvSpPr>
            <p:cNvPr id="1009" name="Google Shape;1009;g32268d58d69_0_3017"/>
            <p:cNvSpPr/>
            <p:nvPr/>
          </p:nvSpPr>
          <p:spPr>
            <a:xfrm>
              <a:off x="10521295" y="2828921"/>
              <a:ext cx="19050" cy="62865"/>
            </a:xfrm>
            <a:custGeom>
              <a:rect b="b" l="l" r="r" t="t"/>
              <a:pathLst>
                <a:path extrusionOk="0" h="62865" w="19050">
                  <a:moveTo>
                    <a:pt x="0" y="0"/>
                  </a:moveTo>
                  <a:lnTo>
                    <a:pt x="19050" y="0"/>
                  </a:lnTo>
                  <a:lnTo>
                    <a:pt x="19050" y="62865"/>
                  </a:lnTo>
                  <a:lnTo>
                    <a:pt x="0" y="62865"/>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4E3EB1"/>
                </a:solidFill>
                <a:latin typeface="Arial"/>
                <a:ea typeface="Arial"/>
                <a:cs typeface="Arial"/>
                <a:sym typeface="Arial"/>
              </a:endParaRPr>
            </a:p>
          </p:txBody>
        </p:sp>
        <p:sp>
          <p:nvSpPr>
            <p:cNvPr id="1010" name="Google Shape;1010;g32268d58d69_0_3017"/>
            <p:cNvSpPr/>
            <p:nvPr/>
          </p:nvSpPr>
          <p:spPr>
            <a:xfrm>
              <a:off x="9950176" y="2630611"/>
              <a:ext cx="637127" cy="330803"/>
            </a:xfrm>
            <a:custGeom>
              <a:rect b="b" l="l" r="r" t="t"/>
              <a:pathLst>
                <a:path extrusionOk="0" h="330803" w="637127">
                  <a:moveTo>
                    <a:pt x="165449" y="330803"/>
                  </a:moveTo>
                  <a:cubicBezTo>
                    <a:pt x="74200" y="330803"/>
                    <a:pt x="0" y="256604"/>
                    <a:pt x="0" y="165449"/>
                  </a:cubicBezTo>
                  <a:cubicBezTo>
                    <a:pt x="0" y="74200"/>
                    <a:pt x="74200" y="0"/>
                    <a:pt x="165449" y="0"/>
                  </a:cubicBezTo>
                  <a:cubicBezTo>
                    <a:pt x="253460" y="0"/>
                    <a:pt x="325660" y="69056"/>
                    <a:pt x="330613" y="155924"/>
                  </a:cubicBezTo>
                  <a:lnTo>
                    <a:pt x="637127" y="155924"/>
                  </a:lnTo>
                  <a:lnTo>
                    <a:pt x="637127" y="270796"/>
                  </a:lnTo>
                  <a:lnTo>
                    <a:pt x="524256" y="270796"/>
                  </a:lnTo>
                  <a:lnTo>
                    <a:pt x="524256" y="174974"/>
                  </a:lnTo>
                  <a:lnTo>
                    <a:pt x="311849" y="174974"/>
                  </a:lnTo>
                  <a:lnTo>
                    <a:pt x="311849" y="165449"/>
                  </a:lnTo>
                  <a:cubicBezTo>
                    <a:pt x="311753" y="84677"/>
                    <a:pt x="246126" y="19050"/>
                    <a:pt x="165449" y="19050"/>
                  </a:cubicBezTo>
                  <a:cubicBezTo>
                    <a:pt x="84773" y="19050"/>
                    <a:pt x="19050" y="84677"/>
                    <a:pt x="19050" y="165449"/>
                  </a:cubicBezTo>
                  <a:cubicBezTo>
                    <a:pt x="19050" y="246126"/>
                    <a:pt x="84677" y="311849"/>
                    <a:pt x="165449" y="311849"/>
                  </a:cubicBezTo>
                  <a:lnTo>
                    <a:pt x="165449" y="330803"/>
                  </a:lnTo>
                  <a:close/>
                  <a:moveTo>
                    <a:pt x="543306" y="251651"/>
                  </a:moveTo>
                  <a:lnTo>
                    <a:pt x="618077" y="251651"/>
                  </a:lnTo>
                  <a:lnTo>
                    <a:pt x="618077" y="174879"/>
                  </a:lnTo>
                  <a:lnTo>
                    <a:pt x="543306" y="174879"/>
                  </a:lnTo>
                  <a:lnTo>
                    <a:pt x="543306" y="251651"/>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4E3EB1"/>
                </a:solidFill>
                <a:latin typeface="Arial"/>
                <a:ea typeface="Arial"/>
                <a:cs typeface="Arial"/>
                <a:sym typeface="Arial"/>
              </a:endParaRPr>
            </a:p>
          </p:txBody>
        </p:sp>
        <p:sp>
          <p:nvSpPr>
            <p:cNvPr id="1011" name="Google Shape;1011;g32268d58d69_0_3017"/>
            <p:cNvSpPr/>
            <p:nvPr/>
          </p:nvSpPr>
          <p:spPr>
            <a:xfrm>
              <a:off x="10265929" y="2744815"/>
              <a:ext cx="319754" cy="19050"/>
            </a:xfrm>
            <a:custGeom>
              <a:rect b="b" l="l" r="r" t="t"/>
              <a:pathLst>
                <a:path extrusionOk="0" h="19050" w="319754">
                  <a:moveTo>
                    <a:pt x="0" y="0"/>
                  </a:moveTo>
                  <a:lnTo>
                    <a:pt x="319754" y="0"/>
                  </a:lnTo>
                  <a:lnTo>
                    <a:pt x="319754"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4E3EB1"/>
                </a:solidFill>
                <a:latin typeface="Arial"/>
                <a:ea typeface="Arial"/>
                <a:cs typeface="Arial"/>
                <a:sym typeface="Arial"/>
              </a:endParaRPr>
            </a:p>
          </p:txBody>
        </p:sp>
      </p:grpSp>
      <p:sp>
        <p:nvSpPr>
          <p:cNvPr id="1012" name="Google Shape;1012;g32268d58d69_0_3017"/>
          <p:cNvSpPr/>
          <p:nvPr/>
        </p:nvSpPr>
        <p:spPr>
          <a:xfrm flipH="1">
            <a:off x="540094" y="1833939"/>
            <a:ext cx="2643900" cy="743100"/>
          </a:xfrm>
          <a:prstGeom prst="round1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33"/>
              <a:buFont typeface="Arial"/>
              <a:buNone/>
            </a:pPr>
            <a:r>
              <a:rPr b="0" i="0" lang="en-US" sz="1333" u="none" cap="none" strike="noStrike">
                <a:solidFill>
                  <a:srgbClr val="FFFFFF"/>
                </a:solidFill>
                <a:latin typeface="Arial"/>
                <a:ea typeface="Arial"/>
                <a:cs typeface="Arial"/>
                <a:sym typeface="Arial"/>
              </a:rPr>
              <a:t>Full-Stack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Arial"/>
                <a:ea typeface="Arial"/>
                <a:cs typeface="Arial"/>
                <a:sym typeface="Arial"/>
              </a:rPr>
              <a:t>Visibility</a:t>
            </a:r>
            <a:r>
              <a:rPr b="0" i="0" lang="en-US" sz="1800" u="none" cap="none" strike="noStrike">
                <a:solidFill>
                  <a:srgbClr val="FFFFFF"/>
                </a:solidFill>
                <a:latin typeface="Arial"/>
                <a:ea typeface="Arial"/>
                <a:cs typeface="Arial"/>
                <a:sym typeface="Arial"/>
              </a:rPr>
              <a:t> </a:t>
            </a:r>
            <a:endParaRPr b="0" i="0" sz="2133" u="none" cap="none" strike="noStrike">
              <a:solidFill>
                <a:srgbClr val="EBEDF1"/>
              </a:solidFill>
              <a:latin typeface="Arial"/>
              <a:ea typeface="Arial"/>
              <a:cs typeface="Arial"/>
              <a:sym typeface="Arial"/>
            </a:endParaRPr>
          </a:p>
        </p:txBody>
      </p:sp>
      <p:sp>
        <p:nvSpPr>
          <p:cNvPr id="1013" name="Google Shape;1013;g32268d58d69_0_3017"/>
          <p:cNvSpPr/>
          <p:nvPr/>
        </p:nvSpPr>
        <p:spPr>
          <a:xfrm>
            <a:off x="8929838" y="1833939"/>
            <a:ext cx="2643900" cy="728400"/>
          </a:xfrm>
          <a:prstGeom prst="round1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33"/>
              <a:buFont typeface="Arial"/>
              <a:buNone/>
            </a:pPr>
            <a:r>
              <a:rPr b="0" i="0" lang="en-US" sz="1333" u="none" cap="none" strike="noStrike">
                <a:solidFill>
                  <a:srgbClr val="FFFFFF"/>
                </a:solidFill>
                <a:latin typeface="Arial"/>
                <a:ea typeface="Arial"/>
                <a:cs typeface="Arial"/>
                <a:sym typeface="Arial"/>
              </a:rPr>
              <a:t>Full-Stack</a:t>
            </a:r>
            <a:br>
              <a:rPr b="0" i="0" lang="en-US" sz="1800" u="none" cap="none" strike="noStrike">
                <a:solidFill>
                  <a:srgbClr val="FFFFFF"/>
                </a:solidFill>
                <a:latin typeface="Arial"/>
                <a:ea typeface="Arial"/>
                <a:cs typeface="Arial"/>
                <a:sym typeface="Arial"/>
              </a:rPr>
            </a:br>
            <a:r>
              <a:rPr b="0" i="0" lang="en-US" sz="2000" u="none" cap="none" strike="noStrike">
                <a:solidFill>
                  <a:srgbClr val="FFFFFF"/>
                </a:solidFill>
                <a:latin typeface="Arial"/>
                <a:ea typeface="Arial"/>
                <a:cs typeface="Arial"/>
                <a:sym typeface="Arial"/>
              </a:rPr>
              <a:t>Actions</a:t>
            </a:r>
            <a:r>
              <a:rPr b="0" i="0" lang="en-US" sz="18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933"/>
              <a:buFont typeface="Arial"/>
              <a:buNone/>
            </a:pPr>
            <a:r>
              <a:rPr b="1" i="0" lang="en-US" sz="933" u="none" cap="none" strike="noStrike">
                <a:solidFill>
                  <a:srgbClr val="EBEDF1"/>
                </a:solidFill>
                <a:latin typeface="Arial"/>
                <a:ea typeface="Arial"/>
                <a:cs typeface="Arial"/>
                <a:sym typeface="Arial"/>
              </a:rPr>
              <a:t>Remediations &amp; Optimizations</a:t>
            </a:r>
            <a:endParaRPr b="0" i="0" sz="1400" u="none" cap="none" strike="noStrike">
              <a:solidFill>
                <a:srgbClr val="000000"/>
              </a:solidFill>
              <a:latin typeface="Arial"/>
              <a:ea typeface="Arial"/>
              <a:cs typeface="Arial"/>
              <a:sym typeface="Arial"/>
            </a:endParaRPr>
          </a:p>
        </p:txBody>
      </p:sp>
      <p:sp>
        <p:nvSpPr>
          <p:cNvPr id="1014" name="Google Shape;1014;g32268d58d69_0_3017"/>
          <p:cNvSpPr/>
          <p:nvPr/>
        </p:nvSpPr>
        <p:spPr>
          <a:xfrm>
            <a:off x="5227352" y="1305632"/>
            <a:ext cx="4922100" cy="4104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000000"/>
              </a:buClr>
              <a:buSzPts val="2000"/>
              <a:buFont typeface="Arial"/>
              <a:buNone/>
            </a:pPr>
            <a:r>
              <a:rPr b="0" i="0" lang="en-US" sz="2000" u="none" cap="none" strike="noStrike">
                <a:solidFill>
                  <a:srgbClr val="718CAE"/>
                </a:solidFill>
                <a:latin typeface="Arial"/>
                <a:ea typeface="Arial"/>
                <a:cs typeface="Arial"/>
                <a:sym typeface="Arial"/>
              </a:rPr>
              <a:t>Prioritize issues with Business Context</a:t>
            </a:r>
            <a:endParaRPr b="0" i="0" sz="2400" u="none" cap="none" strike="noStrike">
              <a:solidFill>
                <a:srgbClr val="718CAE"/>
              </a:solidFill>
              <a:latin typeface="Arial"/>
              <a:ea typeface="Arial"/>
              <a:cs typeface="Arial"/>
              <a:sym typeface="Arial"/>
            </a:endParaRPr>
          </a:p>
        </p:txBody>
      </p:sp>
      <p:sp>
        <p:nvSpPr>
          <p:cNvPr id="1015" name="Google Shape;1015;g32268d58d69_0_3017"/>
          <p:cNvSpPr/>
          <p:nvPr/>
        </p:nvSpPr>
        <p:spPr>
          <a:xfrm>
            <a:off x="10061091" y="1306093"/>
            <a:ext cx="476100" cy="410400"/>
          </a:xfrm>
          <a:prstGeom prst="chevron">
            <a:avLst>
              <a:gd fmla="val 66735" name="adj"/>
            </a:avLst>
          </a:prstGeom>
          <a:solidFill>
            <a:srgbClr val="718C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sp>
        <p:nvSpPr>
          <p:cNvPr id="1016" name="Google Shape;1016;g32268d58d69_0_3017"/>
          <p:cNvSpPr/>
          <p:nvPr/>
        </p:nvSpPr>
        <p:spPr>
          <a:xfrm flipH="1">
            <a:off x="1406171" y="5876829"/>
            <a:ext cx="4689300" cy="410400"/>
          </a:xfrm>
          <a:prstGeom prst="rect">
            <a:avLst/>
          </a:prstGeom>
          <a:solidFill>
            <a:schemeClr val="dk2"/>
          </a:solidFill>
          <a:ln>
            <a:noFill/>
          </a:ln>
        </p:spPr>
        <p:txBody>
          <a:bodyPr anchorCtr="0" anchor="t" bIns="45700" lIns="91425" spcFirstLastPara="1" rIns="91425" wrap="square" tIns="45700">
            <a:noAutofit/>
          </a:bodyPr>
          <a:lstStyle/>
          <a:p>
            <a:pPr indent="0" lvl="0" marL="357098" marR="0" rtl="0" algn="l">
              <a:lnSpc>
                <a:spcPct val="110000"/>
              </a:lnSpc>
              <a:spcBef>
                <a:spcPts val="0"/>
              </a:spcBef>
              <a:spcAft>
                <a:spcPts val="0"/>
              </a:spcAft>
              <a:buClr>
                <a:srgbClr val="000000"/>
              </a:buClr>
              <a:buSzPts val="2000"/>
              <a:buFont typeface="Arial"/>
              <a:buNone/>
            </a:pPr>
            <a:r>
              <a:rPr b="0" i="0" lang="en-US" sz="2000" u="none" cap="none" strike="noStrike">
                <a:solidFill>
                  <a:srgbClr val="718CAE"/>
                </a:solidFill>
                <a:latin typeface="Arial"/>
                <a:ea typeface="Arial"/>
                <a:cs typeface="Arial"/>
                <a:sym typeface="Arial"/>
              </a:rPr>
              <a:t>Full-Stack actions for the business</a:t>
            </a:r>
            <a:endParaRPr b="0" i="0" sz="1400" u="none" cap="none" strike="noStrike">
              <a:solidFill>
                <a:srgbClr val="000000"/>
              </a:solidFill>
              <a:latin typeface="Arial"/>
              <a:ea typeface="Arial"/>
              <a:cs typeface="Arial"/>
              <a:sym typeface="Arial"/>
            </a:endParaRPr>
          </a:p>
        </p:txBody>
      </p:sp>
      <p:sp>
        <p:nvSpPr>
          <p:cNvPr id="1017" name="Google Shape;1017;g32268d58d69_0_3017"/>
          <p:cNvSpPr/>
          <p:nvPr/>
        </p:nvSpPr>
        <p:spPr>
          <a:xfrm flipH="1">
            <a:off x="1145697" y="5876829"/>
            <a:ext cx="472500" cy="407400"/>
          </a:xfrm>
          <a:prstGeom prst="chevron">
            <a:avLst>
              <a:gd fmla="val 67048" name="adj"/>
            </a:avLst>
          </a:prstGeom>
          <a:solidFill>
            <a:srgbClr val="718C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sp>
        <p:nvSpPr>
          <p:cNvPr id="1018" name="Google Shape;1018;g32268d58d69_0_3017"/>
          <p:cNvSpPr/>
          <p:nvPr/>
        </p:nvSpPr>
        <p:spPr>
          <a:xfrm>
            <a:off x="3379835" y="1833938"/>
            <a:ext cx="5354100" cy="745800"/>
          </a:xfrm>
          <a:prstGeom prst="rect">
            <a:avLst/>
          </a:prstGeom>
          <a:solidFill>
            <a:srgbClr val="0B90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33"/>
              <a:buFont typeface="Arial"/>
              <a:buNone/>
            </a:pPr>
            <a:r>
              <a:rPr b="0" i="0" lang="en-US" sz="1333" u="none" cap="none" strike="noStrike">
                <a:solidFill>
                  <a:srgbClr val="FFFFFF"/>
                </a:solidFill>
                <a:latin typeface="Arial"/>
                <a:ea typeface="Arial"/>
                <a:cs typeface="Arial"/>
                <a:sym typeface="Arial"/>
              </a:rPr>
              <a:t>Full-Stack</a:t>
            </a:r>
            <a:br>
              <a:rPr b="0" i="0" lang="en-US" sz="1800" u="none" cap="none" strike="noStrike">
                <a:solidFill>
                  <a:srgbClr val="FFFFFF"/>
                </a:solidFill>
                <a:latin typeface="Arial"/>
                <a:ea typeface="Arial"/>
                <a:cs typeface="Arial"/>
                <a:sym typeface="Arial"/>
              </a:rPr>
            </a:br>
            <a:r>
              <a:rPr b="0" i="0" lang="en-US" sz="2000" u="none" cap="none" strike="noStrike">
                <a:solidFill>
                  <a:srgbClr val="FFFFFF"/>
                </a:solidFill>
                <a:latin typeface="Arial"/>
                <a:ea typeface="Arial"/>
                <a:cs typeface="Arial"/>
                <a:sym typeface="Arial"/>
              </a:rPr>
              <a:t>Insights</a:t>
            </a:r>
            <a:r>
              <a:rPr b="0" i="0" lang="en-US" sz="18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933"/>
              <a:buFont typeface="Arial"/>
              <a:buNone/>
            </a:pPr>
            <a:r>
              <a:rPr b="1" i="0" lang="en-US" sz="933" u="none" cap="none" strike="noStrike">
                <a:solidFill>
                  <a:srgbClr val="FFFFFF"/>
                </a:solidFill>
                <a:latin typeface="Arial"/>
                <a:ea typeface="Arial"/>
                <a:cs typeface="Arial"/>
                <a:sym typeface="Arial"/>
              </a:rPr>
              <a:t>                  Application</a:t>
            </a:r>
            <a:r>
              <a:rPr b="1" i="0" lang="en-US" sz="933" u="none" cap="none" strike="noStrike">
                <a:solidFill>
                  <a:srgbClr val="EBEDF1"/>
                </a:solidFill>
                <a:latin typeface="Arial"/>
                <a:ea typeface="Arial"/>
                <a:cs typeface="Arial"/>
                <a:sym typeface="Arial"/>
              </a:rPr>
              <a:t>		             </a:t>
            </a:r>
            <a:r>
              <a:rPr b="1" i="0" lang="en-US" sz="933" u="none" cap="none" strike="noStrike">
                <a:solidFill>
                  <a:srgbClr val="FFFFFF"/>
                </a:solidFill>
                <a:latin typeface="Arial"/>
                <a:ea typeface="Arial"/>
                <a:cs typeface="Arial"/>
                <a:sym typeface="Arial"/>
              </a:rPr>
              <a:t>Business &amp; Experiences </a:t>
            </a:r>
            <a:endParaRPr b="0" i="0" sz="1400" u="none" cap="none" strike="noStrike">
              <a:solidFill>
                <a:srgbClr val="000000"/>
              </a:solidFill>
              <a:latin typeface="Arial"/>
              <a:ea typeface="Arial"/>
              <a:cs typeface="Arial"/>
              <a:sym typeface="Arial"/>
            </a:endParaRPr>
          </a:p>
        </p:txBody>
      </p:sp>
      <p:pic>
        <p:nvPicPr>
          <p:cNvPr descr="APICall" id="1019" name="Google Shape;1019;g32268d58d69_0_3017"/>
          <p:cNvPicPr preferRelativeResize="0"/>
          <p:nvPr/>
        </p:nvPicPr>
        <p:blipFill rotWithShape="1">
          <a:blip r:embed="rId4">
            <a:alphaModFix/>
          </a:blip>
          <a:srcRect b="0" l="0" r="0" t="0"/>
          <a:stretch/>
        </p:blipFill>
        <p:spPr>
          <a:xfrm>
            <a:off x="10080329" y="2897873"/>
            <a:ext cx="433682" cy="432580"/>
          </a:xfrm>
          <a:prstGeom prst="rect">
            <a:avLst/>
          </a:prstGeom>
          <a:noFill/>
          <a:ln>
            <a:noFill/>
          </a:ln>
        </p:spPr>
      </p:pic>
      <p:sp>
        <p:nvSpPr>
          <p:cNvPr id="1020" name="Google Shape;1020;g32268d58d69_0_3017"/>
          <p:cNvSpPr txBox="1"/>
          <p:nvPr>
            <p:ph type="title"/>
          </p:nvPr>
        </p:nvSpPr>
        <p:spPr>
          <a:xfrm>
            <a:off x="217450" y="365125"/>
            <a:ext cx="6344700" cy="498600"/>
          </a:xfrm>
          <a:prstGeom prst="rect">
            <a:avLst/>
          </a:prstGeom>
          <a:solidFill>
            <a:schemeClr val="accent1"/>
          </a:solidFill>
          <a:ln>
            <a:noFill/>
          </a:ln>
        </p:spPr>
        <p:txBody>
          <a:bodyPr anchorCtr="0" anchor="t" bIns="45700" lIns="91425" spcFirstLastPara="1" rIns="91425" wrap="square" tIns="45700">
            <a:noAutofit/>
          </a:bodyPr>
          <a:lstStyle/>
          <a:p>
            <a:pPr indent="-12700" lvl="0" marL="12700" rtl="0" algn="l">
              <a:lnSpc>
                <a:spcPct val="108000"/>
              </a:lnSpc>
              <a:spcBef>
                <a:spcPts val="0"/>
              </a:spcBef>
              <a:spcAft>
                <a:spcPts val="0"/>
              </a:spcAft>
              <a:buSzPts val="1100"/>
              <a:buNone/>
            </a:pPr>
            <a:r>
              <a:rPr lang="en-US" sz="2850">
                <a:solidFill>
                  <a:schemeClr val="lt1"/>
                </a:solidFill>
              </a:rPr>
              <a:t>Use Case </a:t>
            </a:r>
            <a:r>
              <a:rPr lang="en-US" sz="2850">
                <a:solidFill>
                  <a:srgbClr val="FFFFFF"/>
                </a:solidFill>
              </a:rPr>
              <a:t>Full Stack Observability</a:t>
            </a:r>
            <a:endParaRPr sz="2880">
              <a:solidFill>
                <a:schemeClr val="lt1"/>
              </a:solidFill>
            </a:endParaRPr>
          </a:p>
          <a:p>
            <a:pPr indent="0" lvl="0" marL="0" rtl="0" algn="l">
              <a:lnSpc>
                <a:spcPct val="90000"/>
              </a:lnSpc>
              <a:spcBef>
                <a:spcPts val="0"/>
              </a:spcBef>
              <a:spcAft>
                <a:spcPts val="0"/>
              </a:spcAft>
              <a:buSzPts val="1100"/>
              <a:buNone/>
            </a:pPr>
            <a:r>
              <a:t/>
            </a:r>
            <a:endParaRPr sz="2880">
              <a:solidFill>
                <a:schemeClr val="lt1"/>
              </a:solidFill>
            </a:endParaRPr>
          </a:p>
          <a:p>
            <a:pPr indent="0" lvl="0" marL="0" rtl="0" algn="l">
              <a:lnSpc>
                <a:spcPct val="90000"/>
              </a:lnSpc>
              <a:spcBef>
                <a:spcPts val="0"/>
              </a:spcBef>
              <a:spcAft>
                <a:spcPts val="0"/>
              </a:spcAft>
              <a:buSzPts val="990"/>
              <a:buNone/>
            </a:pPr>
            <a:r>
              <a:t/>
            </a:r>
            <a:endParaRPr sz="2880">
              <a:solidFill>
                <a:schemeClr val="lt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52"/>
                                        </p:tgtEl>
                                        <p:attrNameLst>
                                          <p:attrName>style.visibility</p:attrName>
                                        </p:attrNameLst>
                                      </p:cBhvr>
                                      <p:to>
                                        <p:strVal val="visible"/>
                                      </p:to>
                                    </p:set>
                                    <p:animEffect filter="fade" transition="in">
                                      <p:cBhvr>
                                        <p:cTn dur="500"/>
                                        <p:tgtEl>
                                          <p:spTgt spid="952"/>
                                        </p:tgtEl>
                                      </p:cBhvr>
                                    </p:animEffect>
                                  </p:childTnLst>
                                </p:cTn>
                              </p:par>
                              <p:par>
                                <p:cTn fill="hold" nodeType="with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500"/>
                                        <p:tgtEl>
                                          <p:spTgt spid="9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500"/>
                                        <p:tgtEl>
                                          <p:spTgt spid="98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500"/>
                                        <p:tgtEl>
                                          <p:spTgt spid="9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25" name="Shape 1025"/>
        <p:cNvGrpSpPr/>
        <p:nvPr/>
      </p:nvGrpSpPr>
      <p:grpSpPr>
        <a:xfrm>
          <a:off x="0" y="0"/>
          <a:ext cx="0" cy="0"/>
          <a:chOff x="0" y="0"/>
          <a:chExt cx="0" cy="0"/>
        </a:xfrm>
      </p:grpSpPr>
      <p:grpSp>
        <p:nvGrpSpPr>
          <p:cNvPr id="1026" name="Google Shape;1026;g32268d58d69_0_3331"/>
          <p:cNvGrpSpPr/>
          <p:nvPr/>
        </p:nvGrpSpPr>
        <p:grpSpPr>
          <a:xfrm>
            <a:off x="298678" y="1128968"/>
            <a:ext cx="11594221" cy="5134211"/>
            <a:chOff x="297180" y="1430868"/>
            <a:chExt cx="11597700" cy="4861942"/>
          </a:xfrm>
        </p:grpSpPr>
        <p:sp>
          <p:nvSpPr>
            <p:cNvPr id="1027" name="Google Shape;1027;g32268d58d69_0_3331"/>
            <p:cNvSpPr/>
            <p:nvPr/>
          </p:nvSpPr>
          <p:spPr>
            <a:xfrm>
              <a:off x="297180" y="1809883"/>
              <a:ext cx="11597700" cy="4298400"/>
            </a:xfrm>
            <a:prstGeom prst="roundRect">
              <a:avLst>
                <a:gd fmla="val 9398" name="adj"/>
              </a:avLst>
            </a:prstGeom>
            <a:noFill/>
            <a:ln cap="rnd" cmpd="sng" w="25400">
              <a:solidFill>
                <a:srgbClr val="718CA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2000"/>
                <a:buFont typeface="Arial"/>
                <a:buNone/>
              </a:pPr>
              <a:r>
                <a:t/>
              </a:r>
              <a:endParaRPr b="0" i="0" sz="2000" u="none" cap="none" strike="noStrike">
                <a:solidFill>
                  <a:srgbClr val="282828"/>
                </a:solidFill>
                <a:latin typeface="Arial"/>
                <a:ea typeface="Arial"/>
                <a:cs typeface="Arial"/>
                <a:sym typeface="Arial"/>
              </a:endParaRPr>
            </a:p>
          </p:txBody>
        </p:sp>
        <p:sp>
          <p:nvSpPr>
            <p:cNvPr id="1028" name="Google Shape;1028;g32268d58d69_0_3331"/>
            <p:cNvSpPr/>
            <p:nvPr/>
          </p:nvSpPr>
          <p:spPr>
            <a:xfrm>
              <a:off x="5517577" y="1430868"/>
              <a:ext cx="5184000" cy="7872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99"/>
                <a:buFont typeface="Arial"/>
                <a:buNone/>
              </a:pPr>
              <a:r>
                <a:t/>
              </a:r>
              <a:endParaRPr b="0" i="0" sz="2399" u="none" cap="none" strike="noStrike">
                <a:solidFill>
                  <a:srgbClr val="FFFFFF"/>
                </a:solidFill>
                <a:latin typeface="Calibri"/>
                <a:ea typeface="Calibri"/>
                <a:cs typeface="Calibri"/>
                <a:sym typeface="Calibri"/>
              </a:endParaRPr>
            </a:p>
          </p:txBody>
        </p:sp>
        <p:sp>
          <p:nvSpPr>
            <p:cNvPr id="1029" name="Google Shape;1029;g32268d58d69_0_3331"/>
            <p:cNvSpPr/>
            <p:nvPr/>
          </p:nvSpPr>
          <p:spPr>
            <a:xfrm>
              <a:off x="1100531" y="5886610"/>
              <a:ext cx="4690800" cy="4062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99"/>
                <a:buFont typeface="Arial"/>
                <a:buNone/>
              </a:pPr>
              <a:r>
                <a:t/>
              </a:r>
              <a:endParaRPr b="0" i="0" sz="2399" u="none" cap="none" strike="noStrike">
                <a:solidFill>
                  <a:srgbClr val="FFFFFF"/>
                </a:solidFill>
                <a:latin typeface="Calibri"/>
                <a:ea typeface="Calibri"/>
                <a:cs typeface="Calibri"/>
                <a:sym typeface="Calibri"/>
              </a:endParaRPr>
            </a:p>
          </p:txBody>
        </p:sp>
      </p:grpSp>
      <p:sp>
        <p:nvSpPr>
          <p:cNvPr id="1030" name="Google Shape;1030;g32268d58d69_0_3331"/>
          <p:cNvSpPr txBox="1"/>
          <p:nvPr>
            <p:ph idx="4294967295" type="body"/>
          </p:nvPr>
        </p:nvSpPr>
        <p:spPr>
          <a:xfrm>
            <a:off x="661041" y="996950"/>
            <a:ext cx="3842400" cy="410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280"/>
              <a:buNone/>
            </a:pPr>
            <a:r>
              <a:rPr lang="en-US">
                <a:solidFill>
                  <a:srgbClr val="B9C7D5"/>
                </a:solidFill>
              </a:rPr>
              <a:t>with Business context</a:t>
            </a:r>
            <a:endParaRPr/>
          </a:p>
        </p:txBody>
      </p:sp>
      <p:sp>
        <p:nvSpPr>
          <p:cNvPr id="1031" name="Google Shape;1031;g32268d58d69_0_3331"/>
          <p:cNvSpPr txBox="1"/>
          <p:nvPr/>
        </p:nvSpPr>
        <p:spPr>
          <a:xfrm>
            <a:off x="7156238" y="3173730"/>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Revenue</a:t>
            </a:r>
            <a:endParaRPr b="0" i="0" sz="1400" u="none" cap="none" strike="noStrike">
              <a:solidFill>
                <a:srgbClr val="FFFFFF"/>
              </a:solidFill>
              <a:latin typeface="Arial"/>
              <a:ea typeface="Arial"/>
              <a:cs typeface="Arial"/>
              <a:sym typeface="Arial"/>
            </a:endParaRPr>
          </a:p>
        </p:txBody>
      </p:sp>
      <p:grpSp>
        <p:nvGrpSpPr>
          <p:cNvPr id="1032" name="Google Shape;1032;g32268d58d69_0_3331"/>
          <p:cNvGrpSpPr/>
          <p:nvPr/>
        </p:nvGrpSpPr>
        <p:grpSpPr>
          <a:xfrm>
            <a:off x="6855425" y="3224687"/>
            <a:ext cx="289634" cy="174302"/>
            <a:chOff x="5813424" y="3257550"/>
            <a:chExt cx="566356" cy="340899"/>
          </a:xfrm>
        </p:grpSpPr>
        <p:sp>
          <p:nvSpPr>
            <p:cNvPr id="1033" name="Google Shape;1033;g32268d58d69_0_3331"/>
            <p:cNvSpPr/>
            <p:nvPr/>
          </p:nvSpPr>
          <p:spPr>
            <a:xfrm>
              <a:off x="5813424" y="3257550"/>
              <a:ext cx="566356" cy="340899"/>
            </a:xfrm>
            <a:custGeom>
              <a:rect b="b" l="l" r="r" t="t"/>
              <a:pathLst>
                <a:path extrusionOk="0" h="340899" w="566356">
                  <a:moveTo>
                    <a:pt x="566357" y="340900"/>
                  </a:moveTo>
                  <a:lnTo>
                    <a:pt x="0" y="340900"/>
                  </a:lnTo>
                  <a:lnTo>
                    <a:pt x="0" y="0"/>
                  </a:lnTo>
                  <a:lnTo>
                    <a:pt x="566357" y="0"/>
                  </a:lnTo>
                  <a:lnTo>
                    <a:pt x="566357" y="340900"/>
                  </a:lnTo>
                  <a:close/>
                  <a:moveTo>
                    <a:pt x="19050" y="321850"/>
                  </a:moveTo>
                  <a:lnTo>
                    <a:pt x="547307" y="321850"/>
                  </a:lnTo>
                  <a:lnTo>
                    <a:pt x="547307" y="19050"/>
                  </a:lnTo>
                  <a:lnTo>
                    <a:pt x="19050" y="19050"/>
                  </a:lnTo>
                  <a:lnTo>
                    <a:pt x="19050" y="3218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34" name="Google Shape;1034;g32268d58d69_0_3331"/>
            <p:cNvSpPr/>
            <p:nvPr/>
          </p:nvSpPr>
          <p:spPr>
            <a:xfrm>
              <a:off x="5982588" y="3309366"/>
              <a:ext cx="228028" cy="228028"/>
            </a:xfrm>
            <a:custGeom>
              <a:rect b="b" l="l" r="r" t="t"/>
              <a:pathLst>
                <a:path extrusionOk="0" h="228028" w="228028">
                  <a:moveTo>
                    <a:pt x="114014" y="228028"/>
                  </a:moveTo>
                  <a:cubicBezTo>
                    <a:pt x="51149" y="228028"/>
                    <a:pt x="0" y="176879"/>
                    <a:pt x="0" y="114014"/>
                  </a:cubicBezTo>
                  <a:cubicBezTo>
                    <a:pt x="0" y="51149"/>
                    <a:pt x="51149" y="0"/>
                    <a:pt x="114014" y="0"/>
                  </a:cubicBezTo>
                  <a:cubicBezTo>
                    <a:pt x="176879" y="0"/>
                    <a:pt x="228029" y="51149"/>
                    <a:pt x="228029" y="114014"/>
                  </a:cubicBezTo>
                  <a:cubicBezTo>
                    <a:pt x="228124" y="176879"/>
                    <a:pt x="176879" y="228028"/>
                    <a:pt x="114014" y="228028"/>
                  </a:cubicBezTo>
                  <a:close/>
                  <a:moveTo>
                    <a:pt x="114014" y="19050"/>
                  </a:moveTo>
                  <a:cubicBezTo>
                    <a:pt x="61627" y="19050"/>
                    <a:pt x="19050" y="61627"/>
                    <a:pt x="19050" y="114014"/>
                  </a:cubicBezTo>
                  <a:cubicBezTo>
                    <a:pt x="19050" y="166402"/>
                    <a:pt x="61627" y="208978"/>
                    <a:pt x="114014" y="208978"/>
                  </a:cubicBezTo>
                  <a:cubicBezTo>
                    <a:pt x="166402" y="208978"/>
                    <a:pt x="208979" y="166402"/>
                    <a:pt x="208979" y="114014"/>
                  </a:cubicBezTo>
                  <a:cubicBezTo>
                    <a:pt x="208979" y="61627"/>
                    <a:pt x="166402" y="19050"/>
                    <a:pt x="114014"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1035" name="Google Shape;1035;g32268d58d69_0_3331"/>
            <p:cNvGrpSpPr/>
            <p:nvPr/>
          </p:nvGrpSpPr>
          <p:grpSpPr>
            <a:xfrm>
              <a:off x="6052406" y="3351466"/>
              <a:ext cx="88391" cy="130587"/>
              <a:chOff x="6052406" y="3351466"/>
              <a:chExt cx="88391" cy="130587"/>
            </a:xfrm>
          </p:grpSpPr>
          <p:sp>
            <p:nvSpPr>
              <p:cNvPr id="1036" name="Google Shape;1036;g32268d58d69_0_3331"/>
              <p:cNvSpPr/>
              <p:nvPr/>
            </p:nvSpPr>
            <p:spPr>
              <a:xfrm>
                <a:off x="6052406" y="3364706"/>
                <a:ext cx="88391" cy="68198"/>
              </a:xfrm>
              <a:custGeom>
                <a:rect b="b" l="l" r="r" t="t"/>
                <a:pathLst>
                  <a:path extrusionOk="0" h="68198" w="88391">
                    <a:moveTo>
                      <a:pt x="54293" y="68199"/>
                    </a:moveTo>
                    <a:lnTo>
                      <a:pt x="34100" y="68199"/>
                    </a:lnTo>
                    <a:cubicBezTo>
                      <a:pt x="15335" y="68199"/>
                      <a:pt x="0" y="52864"/>
                      <a:pt x="0" y="34100"/>
                    </a:cubicBezTo>
                    <a:cubicBezTo>
                      <a:pt x="0" y="15335"/>
                      <a:pt x="15335" y="0"/>
                      <a:pt x="34100" y="0"/>
                    </a:cubicBezTo>
                    <a:lnTo>
                      <a:pt x="54293" y="0"/>
                    </a:lnTo>
                    <a:cubicBezTo>
                      <a:pt x="73057" y="0"/>
                      <a:pt x="88392" y="15335"/>
                      <a:pt x="88392" y="34100"/>
                    </a:cubicBezTo>
                    <a:lnTo>
                      <a:pt x="69342" y="34100"/>
                    </a:lnTo>
                    <a:cubicBezTo>
                      <a:pt x="69342" y="25813"/>
                      <a:pt x="62579" y="19050"/>
                      <a:pt x="54293" y="19050"/>
                    </a:cubicBezTo>
                    <a:lnTo>
                      <a:pt x="34100" y="19050"/>
                    </a:lnTo>
                    <a:cubicBezTo>
                      <a:pt x="25813" y="19050"/>
                      <a:pt x="19050" y="25813"/>
                      <a:pt x="19050" y="34100"/>
                    </a:cubicBezTo>
                    <a:cubicBezTo>
                      <a:pt x="19050" y="42386"/>
                      <a:pt x="25813" y="49149"/>
                      <a:pt x="34100" y="49149"/>
                    </a:cubicBezTo>
                    <a:lnTo>
                      <a:pt x="54293" y="49149"/>
                    </a:lnTo>
                    <a:lnTo>
                      <a:pt x="54293" y="68199"/>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37" name="Google Shape;1037;g32268d58d69_0_3331"/>
              <p:cNvSpPr/>
              <p:nvPr/>
            </p:nvSpPr>
            <p:spPr>
              <a:xfrm>
                <a:off x="6052406" y="3413855"/>
                <a:ext cx="88391" cy="68198"/>
              </a:xfrm>
              <a:custGeom>
                <a:rect b="b" l="l" r="r" t="t"/>
                <a:pathLst>
                  <a:path extrusionOk="0" h="68198" w="88391">
                    <a:moveTo>
                      <a:pt x="54293" y="68199"/>
                    </a:moveTo>
                    <a:lnTo>
                      <a:pt x="34100" y="68199"/>
                    </a:lnTo>
                    <a:cubicBezTo>
                      <a:pt x="15335" y="68199"/>
                      <a:pt x="0" y="52864"/>
                      <a:pt x="0" y="34100"/>
                    </a:cubicBezTo>
                    <a:lnTo>
                      <a:pt x="19050" y="34100"/>
                    </a:lnTo>
                    <a:cubicBezTo>
                      <a:pt x="19050" y="42386"/>
                      <a:pt x="25813" y="49149"/>
                      <a:pt x="34100" y="49149"/>
                    </a:cubicBezTo>
                    <a:lnTo>
                      <a:pt x="54293" y="49149"/>
                    </a:lnTo>
                    <a:cubicBezTo>
                      <a:pt x="62579" y="49149"/>
                      <a:pt x="69342" y="42386"/>
                      <a:pt x="69342" y="34100"/>
                    </a:cubicBezTo>
                    <a:cubicBezTo>
                      <a:pt x="69342" y="25813"/>
                      <a:pt x="62579" y="19050"/>
                      <a:pt x="54293" y="19050"/>
                    </a:cubicBezTo>
                    <a:lnTo>
                      <a:pt x="34100" y="19050"/>
                    </a:lnTo>
                    <a:lnTo>
                      <a:pt x="34100" y="0"/>
                    </a:lnTo>
                    <a:lnTo>
                      <a:pt x="54293" y="0"/>
                    </a:lnTo>
                    <a:cubicBezTo>
                      <a:pt x="73057" y="0"/>
                      <a:pt x="88392" y="15335"/>
                      <a:pt x="88392" y="34100"/>
                    </a:cubicBezTo>
                    <a:cubicBezTo>
                      <a:pt x="88392" y="52864"/>
                      <a:pt x="73152" y="68199"/>
                      <a:pt x="54293" y="68199"/>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38" name="Google Shape;1038;g32268d58d69_0_3331"/>
              <p:cNvSpPr/>
              <p:nvPr/>
            </p:nvSpPr>
            <p:spPr>
              <a:xfrm>
                <a:off x="6087077" y="3351466"/>
                <a:ext cx="19050" cy="22764"/>
              </a:xfrm>
              <a:custGeom>
                <a:rect b="b" l="l" r="r" t="t"/>
                <a:pathLst>
                  <a:path extrusionOk="0" h="22764" w="19050">
                    <a:moveTo>
                      <a:pt x="0" y="0"/>
                    </a:moveTo>
                    <a:lnTo>
                      <a:pt x="19050" y="0"/>
                    </a:lnTo>
                    <a:lnTo>
                      <a:pt x="19050" y="22765"/>
                    </a:lnTo>
                    <a:lnTo>
                      <a:pt x="0" y="22765"/>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039" name="Google Shape;1039;g32268d58d69_0_3331"/>
            <p:cNvGrpSpPr/>
            <p:nvPr/>
          </p:nvGrpSpPr>
          <p:grpSpPr>
            <a:xfrm>
              <a:off x="5877622" y="3413855"/>
              <a:ext cx="437959" cy="19050"/>
              <a:chOff x="5877622" y="3413855"/>
              <a:chExt cx="437959" cy="19050"/>
            </a:xfrm>
          </p:grpSpPr>
          <p:sp>
            <p:nvSpPr>
              <p:cNvPr id="1040" name="Google Shape;1040;g32268d58d69_0_3331"/>
              <p:cNvSpPr/>
              <p:nvPr/>
            </p:nvSpPr>
            <p:spPr>
              <a:xfrm>
                <a:off x="5877622" y="3413855"/>
                <a:ext cx="61436" cy="19050"/>
              </a:xfrm>
              <a:custGeom>
                <a:rect b="b" l="l" r="r" t="t"/>
                <a:pathLst>
                  <a:path extrusionOk="0" h="19050" w="61436">
                    <a:moveTo>
                      <a:pt x="0" y="0"/>
                    </a:moveTo>
                    <a:lnTo>
                      <a:pt x="61436" y="0"/>
                    </a:lnTo>
                    <a:lnTo>
                      <a:pt x="61436"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41" name="Google Shape;1041;g32268d58d69_0_3331"/>
              <p:cNvSpPr/>
              <p:nvPr/>
            </p:nvSpPr>
            <p:spPr>
              <a:xfrm>
                <a:off x="6254145" y="3413855"/>
                <a:ext cx="61436" cy="19050"/>
              </a:xfrm>
              <a:custGeom>
                <a:rect b="b" l="l" r="r" t="t"/>
                <a:pathLst>
                  <a:path extrusionOk="0" h="19050" w="61436">
                    <a:moveTo>
                      <a:pt x="0" y="0"/>
                    </a:moveTo>
                    <a:lnTo>
                      <a:pt x="61436" y="0"/>
                    </a:lnTo>
                    <a:lnTo>
                      <a:pt x="61436"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1042" name="Google Shape;1042;g32268d58d69_0_3331"/>
            <p:cNvSpPr/>
            <p:nvPr/>
          </p:nvSpPr>
          <p:spPr>
            <a:xfrm>
              <a:off x="6087077" y="3472529"/>
              <a:ext cx="19050" cy="22764"/>
            </a:xfrm>
            <a:custGeom>
              <a:rect b="b" l="l" r="r" t="t"/>
              <a:pathLst>
                <a:path extrusionOk="0" h="22764" w="19050">
                  <a:moveTo>
                    <a:pt x="0" y="0"/>
                  </a:moveTo>
                  <a:lnTo>
                    <a:pt x="19050" y="0"/>
                  </a:lnTo>
                  <a:lnTo>
                    <a:pt x="19050" y="22765"/>
                  </a:lnTo>
                  <a:lnTo>
                    <a:pt x="0" y="22765"/>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1043" name="Google Shape;1043;g32268d58d69_0_3331"/>
          <p:cNvSpPr txBox="1"/>
          <p:nvPr/>
        </p:nvSpPr>
        <p:spPr>
          <a:xfrm>
            <a:off x="7156238" y="3795740"/>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Conversion</a:t>
            </a:r>
            <a:endParaRPr b="0" i="0" sz="1400" u="none" cap="none" strike="noStrike">
              <a:solidFill>
                <a:srgbClr val="FFFFFF"/>
              </a:solidFill>
              <a:latin typeface="Arial"/>
              <a:ea typeface="Arial"/>
              <a:cs typeface="Arial"/>
              <a:sym typeface="Arial"/>
            </a:endParaRPr>
          </a:p>
        </p:txBody>
      </p:sp>
      <p:grpSp>
        <p:nvGrpSpPr>
          <p:cNvPr id="1044" name="Google Shape;1044;g32268d58d69_0_3331"/>
          <p:cNvGrpSpPr/>
          <p:nvPr/>
        </p:nvGrpSpPr>
        <p:grpSpPr>
          <a:xfrm>
            <a:off x="6877241" y="3816847"/>
            <a:ext cx="241170" cy="236212"/>
            <a:chOff x="5822949" y="3167062"/>
            <a:chExt cx="538447" cy="527494"/>
          </a:xfrm>
        </p:grpSpPr>
        <p:sp>
          <p:nvSpPr>
            <p:cNvPr id="1045" name="Google Shape;1045;g32268d58d69_0_3331"/>
            <p:cNvSpPr/>
            <p:nvPr/>
          </p:nvSpPr>
          <p:spPr>
            <a:xfrm>
              <a:off x="5822949" y="3167062"/>
              <a:ext cx="523875" cy="527494"/>
            </a:xfrm>
            <a:custGeom>
              <a:rect b="b" l="l" r="r" t="t"/>
              <a:pathLst>
                <a:path extrusionOk="0" h="527494" w="523875">
                  <a:moveTo>
                    <a:pt x="523875" y="527495"/>
                  </a:moveTo>
                  <a:lnTo>
                    <a:pt x="0" y="527495"/>
                  </a:lnTo>
                  <a:lnTo>
                    <a:pt x="0" y="0"/>
                  </a:lnTo>
                  <a:lnTo>
                    <a:pt x="19050" y="0"/>
                  </a:lnTo>
                  <a:lnTo>
                    <a:pt x="19050" y="508445"/>
                  </a:lnTo>
                  <a:lnTo>
                    <a:pt x="523875" y="508445"/>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46" name="Google Shape;1046;g32268d58d69_0_3331"/>
            <p:cNvSpPr/>
            <p:nvPr/>
          </p:nvSpPr>
          <p:spPr>
            <a:xfrm rot="-2700000">
              <a:off x="5775183" y="3537269"/>
              <a:ext cx="390833" cy="19060"/>
            </a:xfrm>
            <a:custGeom>
              <a:rect b="b" l="l" r="r" t="t"/>
              <a:pathLst>
                <a:path extrusionOk="0" h="19049" w="390616">
                  <a:moveTo>
                    <a:pt x="0" y="0"/>
                  </a:moveTo>
                  <a:lnTo>
                    <a:pt x="390617" y="0"/>
                  </a:lnTo>
                  <a:lnTo>
                    <a:pt x="390617"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47" name="Google Shape;1047;g32268d58d69_0_3331"/>
            <p:cNvSpPr/>
            <p:nvPr/>
          </p:nvSpPr>
          <p:spPr>
            <a:xfrm rot="-2700000">
              <a:off x="6018940" y="3383481"/>
              <a:ext cx="390833" cy="19060"/>
            </a:xfrm>
            <a:custGeom>
              <a:rect b="b" l="l" r="r" t="t"/>
              <a:pathLst>
                <a:path extrusionOk="0" h="19049" w="390616">
                  <a:moveTo>
                    <a:pt x="0" y="0"/>
                  </a:moveTo>
                  <a:lnTo>
                    <a:pt x="390617" y="0"/>
                  </a:lnTo>
                  <a:lnTo>
                    <a:pt x="390617"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48" name="Google Shape;1048;g32268d58d69_0_3331"/>
            <p:cNvSpPr/>
            <p:nvPr/>
          </p:nvSpPr>
          <p:spPr>
            <a:xfrm>
              <a:off x="6264051" y="3246024"/>
              <a:ext cx="97345" cy="97250"/>
            </a:xfrm>
            <a:custGeom>
              <a:rect b="b" l="l" r="r" t="t"/>
              <a:pathLst>
                <a:path extrusionOk="0" h="97250" w="97345">
                  <a:moveTo>
                    <a:pt x="97345" y="97250"/>
                  </a:moveTo>
                  <a:lnTo>
                    <a:pt x="78295" y="97250"/>
                  </a:lnTo>
                  <a:lnTo>
                    <a:pt x="78295" y="19050"/>
                  </a:lnTo>
                  <a:lnTo>
                    <a:pt x="0" y="19050"/>
                  </a:lnTo>
                  <a:lnTo>
                    <a:pt x="0" y="0"/>
                  </a:lnTo>
                  <a:lnTo>
                    <a:pt x="97345" y="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1049" name="Google Shape;1049;g32268d58d69_0_3331"/>
          <p:cNvSpPr txBox="1"/>
          <p:nvPr/>
        </p:nvSpPr>
        <p:spPr>
          <a:xfrm>
            <a:off x="7156238" y="4417750"/>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3</a:t>
            </a:r>
            <a:r>
              <a:rPr b="0" baseline="30000" i="0" lang="en-US" sz="1200" u="none" cap="none" strike="noStrike">
                <a:solidFill>
                  <a:srgbClr val="FFFFFF"/>
                </a:solidFill>
                <a:latin typeface="Arial"/>
                <a:ea typeface="Arial"/>
                <a:cs typeface="Arial"/>
                <a:sym typeface="Arial"/>
              </a:rPr>
              <a:t>rd</a:t>
            </a:r>
            <a:r>
              <a:rPr b="0" i="0" lang="en-US" sz="1200" u="none" cap="none" strike="noStrike">
                <a:solidFill>
                  <a:srgbClr val="FFFFFF"/>
                </a:solidFill>
                <a:latin typeface="Arial"/>
                <a:ea typeface="Arial"/>
                <a:cs typeface="Arial"/>
                <a:sym typeface="Arial"/>
              </a:rPr>
              <a:t> Party SaaS service</a:t>
            </a:r>
            <a:endParaRPr b="0" i="0" sz="1400" u="none" cap="none" strike="noStrike">
              <a:solidFill>
                <a:srgbClr val="FFFFFF"/>
              </a:solidFill>
              <a:latin typeface="Arial"/>
              <a:ea typeface="Arial"/>
              <a:cs typeface="Arial"/>
              <a:sym typeface="Arial"/>
            </a:endParaRPr>
          </a:p>
        </p:txBody>
      </p:sp>
      <p:grpSp>
        <p:nvGrpSpPr>
          <p:cNvPr id="1050" name="Google Shape;1050;g32268d58d69_0_3331"/>
          <p:cNvGrpSpPr/>
          <p:nvPr/>
        </p:nvGrpSpPr>
        <p:grpSpPr>
          <a:xfrm>
            <a:off x="6860926" y="4432508"/>
            <a:ext cx="277320" cy="249124"/>
            <a:chOff x="5818187" y="3181350"/>
            <a:chExt cx="554639" cy="498347"/>
          </a:xfrm>
        </p:grpSpPr>
        <p:grpSp>
          <p:nvGrpSpPr>
            <p:cNvPr id="1051" name="Google Shape;1051;g32268d58d69_0_3331"/>
            <p:cNvGrpSpPr/>
            <p:nvPr/>
          </p:nvGrpSpPr>
          <p:grpSpPr>
            <a:xfrm>
              <a:off x="5818187" y="3181350"/>
              <a:ext cx="554639" cy="498347"/>
              <a:chOff x="5818187" y="3181350"/>
              <a:chExt cx="554639" cy="498347"/>
            </a:xfrm>
          </p:grpSpPr>
          <p:sp>
            <p:nvSpPr>
              <p:cNvPr id="1052" name="Google Shape;1052;g32268d58d69_0_3331"/>
              <p:cNvSpPr/>
              <p:nvPr/>
            </p:nvSpPr>
            <p:spPr>
              <a:xfrm rot="-3598236">
                <a:off x="5902969" y="3420235"/>
                <a:ext cx="197471" cy="19033"/>
              </a:xfrm>
              <a:custGeom>
                <a:rect b="b" l="l" r="r" t="t"/>
                <a:pathLst>
                  <a:path extrusionOk="0" h="19050" w="197646">
                    <a:moveTo>
                      <a:pt x="0" y="0"/>
                    </a:moveTo>
                    <a:lnTo>
                      <a:pt x="197647" y="0"/>
                    </a:lnTo>
                    <a:lnTo>
                      <a:pt x="197647"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53" name="Google Shape;1053;g32268d58d69_0_3331"/>
              <p:cNvSpPr/>
              <p:nvPr/>
            </p:nvSpPr>
            <p:spPr>
              <a:xfrm rot="-1801764">
                <a:off x="6179154" y="3330966"/>
                <a:ext cx="19032" cy="194894"/>
              </a:xfrm>
              <a:custGeom>
                <a:rect b="b" l="l" r="r" t="t"/>
                <a:pathLst>
                  <a:path extrusionOk="0" h="195067" w="19049">
                    <a:moveTo>
                      <a:pt x="0" y="0"/>
                    </a:moveTo>
                    <a:lnTo>
                      <a:pt x="19050" y="0"/>
                    </a:lnTo>
                    <a:lnTo>
                      <a:pt x="19050" y="195068"/>
                    </a:lnTo>
                    <a:lnTo>
                      <a:pt x="0" y="195068"/>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54" name="Google Shape;1054;g32268d58d69_0_3331"/>
              <p:cNvSpPr/>
              <p:nvPr/>
            </p:nvSpPr>
            <p:spPr>
              <a:xfrm>
                <a:off x="5993828" y="3577590"/>
                <a:ext cx="203358" cy="19050"/>
              </a:xfrm>
              <a:custGeom>
                <a:rect b="b" l="l" r="r" t="t"/>
                <a:pathLst>
                  <a:path extrusionOk="0" h="19050" w="203358">
                    <a:moveTo>
                      <a:pt x="0" y="0"/>
                    </a:moveTo>
                    <a:lnTo>
                      <a:pt x="203359" y="0"/>
                    </a:lnTo>
                    <a:lnTo>
                      <a:pt x="203359"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55" name="Google Shape;1055;g32268d58d69_0_3331"/>
              <p:cNvSpPr/>
              <p:nvPr/>
            </p:nvSpPr>
            <p:spPr>
              <a:xfrm>
                <a:off x="6002876" y="3181350"/>
                <a:ext cx="185166" cy="185166"/>
              </a:xfrm>
              <a:custGeom>
                <a:rect b="b" l="l" r="r" t="t"/>
                <a:pathLst>
                  <a:path extrusionOk="0" h="185166" w="185166">
                    <a:moveTo>
                      <a:pt x="92583" y="185166"/>
                    </a:moveTo>
                    <a:cubicBezTo>
                      <a:pt x="41529" y="185166"/>
                      <a:pt x="0" y="143637"/>
                      <a:pt x="0" y="92583"/>
                    </a:cubicBezTo>
                    <a:cubicBezTo>
                      <a:pt x="0" y="41529"/>
                      <a:pt x="41529" y="0"/>
                      <a:pt x="92583" y="0"/>
                    </a:cubicBezTo>
                    <a:cubicBezTo>
                      <a:pt x="143637" y="0"/>
                      <a:pt x="185166" y="41529"/>
                      <a:pt x="185166" y="92583"/>
                    </a:cubicBezTo>
                    <a:cubicBezTo>
                      <a:pt x="185166" y="143637"/>
                      <a:pt x="143637" y="185166"/>
                      <a:pt x="92583" y="185166"/>
                    </a:cubicBezTo>
                    <a:close/>
                    <a:moveTo>
                      <a:pt x="92583" y="19050"/>
                    </a:moveTo>
                    <a:cubicBezTo>
                      <a:pt x="52007" y="19050"/>
                      <a:pt x="19050" y="52007"/>
                      <a:pt x="19050" y="92583"/>
                    </a:cubicBezTo>
                    <a:cubicBezTo>
                      <a:pt x="19050" y="133160"/>
                      <a:pt x="52007" y="166116"/>
                      <a:pt x="92583" y="166116"/>
                    </a:cubicBezTo>
                    <a:cubicBezTo>
                      <a:pt x="133160" y="166116"/>
                      <a:pt x="166116" y="133160"/>
                      <a:pt x="166116" y="92583"/>
                    </a:cubicBezTo>
                    <a:cubicBezTo>
                      <a:pt x="166116" y="52007"/>
                      <a:pt x="133160" y="19050"/>
                      <a:pt x="92583"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56" name="Google Shape;1056;g32268d58d69_0_3331"/>
              <p:cNvSpPr/>
              <p:nvPr/>
            </p:nvSpPr>
            <p:spPr>
              <a:xfrm>
                <a:off x="5818187" y="3494532"/>
                <a:ext cx="185166" cy="185165"/>
              </a:xfrm>
              <a:custGeom>
                <a:rect b="b" l="l" r="r" t="t"/>
                <a:pathLst>
                  <a:path extrusionOk="0" h="185165" w="185166">
                    <a:moveTo>
                      <a:pt x="92583" y="185166"/>
                    </a:moveTo>
                    <a:cubicBezTo>
                      <a:pt x="41529" y="185166"/>
                      <a:pt x="0" y="143637"/>
                      <a:pt x="0" y="92583"/>
                    </a:cubicBezTo>
                    <a:cubicBezTo>
                      <a:pt x="0" y="41529"/>
                      <a:pt x="41529" y="0"/>
                      <a:pt x="92583" y="0"/>
                    </a:cubicBezTo>
                    <a:cubicBezTo>
                      <a:pt x="143637" y="0"/>
                      <a:pt x="185166" y="41529"/>
                      <a:pt x="185166" y="92583"/>
                    </a:cubicBezTo>
                    <a:cubicBezTo>
                      <a:pt x="185166" y="143637"/>
                      <a:pt x="143637" y="185166"/>
                      <a:pt x="92583" y="185166"/>
                    </a:cubicBezTo>
                    <a:close/>
                    <a:moveTo>
                      <a:pt x="92583" y="19050"/>
                    </a:moveTo>
                    <a:cubicBezTo>
                      <a:pt x="52007" y="19050"/>
                      <a:pt x="19050" y="52102"/>
                      <a:pt x="19050" y="92583"/>
                    </a:cubicBezTo>
                    <a:cubicBezTo>
                      <a:pt x="19050" y="133064"/>
                      <a:pt x="52007" y="166116"/>
                      <a:pt x="92583" y="166116"/>
                    </a:cubicBezTo>
                    <a:cubicBezTo>
                      <a:pt x="133160" y="166116"/>
                      <a:pt x="166116" y="133160"/>
                      <a:pt x="166116" y="92583"/>
                    </a:cubicBezTo>
                    <a:cubicBezTo>
                      <a:pt x="166116" y="52006"/>
                      <a:pt x="133064" y="19050"/>
                      <a:pt x="92583"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57" name="Google Shape;1057;g32268d58d69_0_3331"/>
              <p:cNvSpPr/>
              <p:nvPr/>
            </p:nvSpPr>
            <p:spPr>
              <a:xfrm>
                <a:off x="6187661" y="3494532"/>
                <a:ext cx="185165" cy="185165"/>
              </a:xfrm>
              <a:custGeom>
                <a:rect b="b" l="l" r="r" t="t"/>
                <a:pathLst>
                  <a:path extrusionOk="0" h="185165" w="185165">
                    <a:moveTo>
                      <a:pt x="92583" y="185166"/>
                    </a:moveTo>
                    <a:cubicBezTo>
                      <a:pt x="41529" y="185166"/>
                      <a:pt x="0" y="143637"/>
                      <a:pt x="0" y="92583"/>
                    </a:cubicBezTo>
                    <a:cubicBezTo>
                      <a:pt x="0" y="41529"/>
                      <a:pt x="41529" y="0"/>
                      <a:pt x="92583" y="0"/>
                    </a:cubicBezTo>
                    <a:cubicBezTo>
                      <a:pt x="143637" y="0"/>
                      <a:pt x="185166" y="41529"/>
                      <a:pt x="185166" y="92583"/>
                    </a:cubicBezTo>
                    <a:cubicBezTo>
                      <a:pt x="185166" y="143637"/>
                      <a:pt x="143637" y="185166"/>
                      <a:pt x="92583" y="185166"/>
                    </a:cubicBezTo>
                    <a:close/>
                    <a:moveTo>
                      <a:pt x="92583" y="19050"/>
                    </a:moveTo>
                    <a:cubicBezTo>
                      <a:pt x="52006" y="19050"/>
                      <a:pt x="19050" y="52006"/>
                      <a:pt x="19050" y="92583"/>
                    </a:cubicBezTo>
                    <a:cubicBezTo>
                      <a:pt x="19050" y="133160"/>
                      <a:pt x="52006" y="166116"/>
                      <a:pt x="92583" y="166116"/>
                    </a:cubicBezTo>
                    <a:cubicBezTo>
                      <a:pt x="133160" y="166116"/>
                      <a:pt x="166116" y="133160"/>
                      <a:pt x="166116" y="92583"/>
                    </a:cubicBezTo>
                    <a:cubicBezTo>
                      <a:pt x="166116" y="52006"/>
                      <a:pt x="133160" y="19050"/>
                      <a:pt x="92583"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1058" name="Google Shape;1058;g32268d58d69_0_3331"/>
            <p:cNvSpPr/>
            <p:nvPr/>
          </p:nvSpPr>
          <p:spPr>
            <a:xfrm rot="-1801764">
              <a:off x="6212027" y="3485476"/>
              <a:ext cx="19032" cy="76035"/>
            </a:xfrm>
            <a:custGeom>
              <a:rect b="b" l="l" r="r" t="t"/>
              <a:pathLst>
                <a:path extrusionOk="0" h="76103" w="19049">
                  <a:moveTo>
                    <a:pt x="0" y="0"/>
                  </a:moveTo>
                  <a:lnTo>
                    <a:pt x="19050" y="0"/>
                  </a:lnTo>
                  <a:lnTo>
                    <a:pt x="19050" y="76103"/>
                  </a:lnTo>
                  <a:lnTo>
                    <a:pt x="0" y="76103"/>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59" name="Google Shape;1059;g32268d58d69_0_3331"/>
            <p:cNvSpPr/>
            <p:nvPr/>
          </p:nvSpPr>
          <p:spPr>
            <a:xfrm>
              <a:off x="5965824" y="3558540"/>
              <a:ext cx="55626" cy="19050"/>
            </a:xfrm>
            <a:custGeom>
              <a:rect b="b" l="l" r="r" t="t"/>
              <a:pathLst>
                <a:path extrusionOk="0" h="19050" w="55626">
                  <a:moveTo>
                    <a:pt x="0" y="0"/>
                  </a:moveTo>
                  <a:lnTo>
                    <a:pt x="55626" y="0"/>
                  </a:lnTo>
                  <a:lnTo>
                    <a:pt x="55626"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1060" name="Google Shape;1060;g32268d58d69_0_3331"/>
          <p:cNvSpPr txBox="1"/>
          <p:nvPr/>
        </p:nvSpPr>
        <p:spPr>
          <a:xfrm>
            <a:off x="7156238" y="5039760"/>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User journey</a:t>
            </a:r>
            <a:endParaRPr b="0" i="0" sz="1400" u="none" cap="none" strike="noStrike">
              <a:solidFill>
                <a:srgbClr val="FFFFFF"/>
              </a:solidFill>
              <a:latin typeface="Arial"/>
              <a:ea typeface="Arial"/>
              <a:cs typeface="Arial"/>
              <a:sym typeface="Arial"/>
            </a:endParaRPr>
          </a:p>
        </p:txBody>
      </p:sp>
      <p:grpSp>
        <p:nvGrpSpPr>
          <p:cNvPr id="1061" name="Google Shape;1061;g32268d58d69_0_3331"/>
          <p:cNvGrpSpPr/>
          <p:nvPr/>
        </p:nvGrpSpPr>
        <p:grpSpPr>
          <a:xfrm>
            <a:off x="6858408" y="5063603"/>
            <a:ext cx="279621" cy="227521"/>
            <a:chOff x="5784849" y="3176587"/>
            <a:chExt cx="614552" cy="500157"/>
          </a:xfrm>
        </p:grpSpPr>
        <p:sp>
          <p:nvSpPr>
            <p:cNvPr id="1062" name="Google Shape;1062;g32268d58d69_0_3331"/>
            <p:cNvSpPr/>
            <p:nvPr/>
          </p:nvSpPr>
          <p:spPr>
            <a:xfrm>
              <a:off x="5784849" y="3176587"/>
              <a:ext cx="614552" cy="500157"/>
            </a:xfrm>
            <a:custGeom>
              <a:rect b="b" l="l" r="r" t="t"/>
              <a:pathLst>
                <a:path extrusionOk="0" h="500157" w="614552">
                  <a:moveTo>
                    <a:pt x="552641" y="500158"/>
                  </a:moveTo>
                  <a:lnTo>
                    <a:pt x="61913" y="500158"/>
                  </a:lnTo>
                  <a:cubicBezTo>
                    <a:pt x="27813" y="500158"/>
                    <a:pt x="0" y="472345"/>
                    <a:pt x="0" y="438245"/>
                  </a:cubicBezTo>
                  <a:lnTo>
                    <a:pt x="0" y="61913"/>
                  </a:lnTo>
                  <a:cubicBezTo>
                    <a:pt x="0" y="27813"/>
                    <a:pt x="27813" y="0"/>
                    <a:pt x="61913" y="0"/>
                  </a:cubicBezTo>
                  <a:lnTo>
                    <a:pt x="552641" y="0"/>
                  </a:lnTo>
                  <a:cubicBezTo>
                    <a:pt x="586740" y="0"/>
                    <a:pt x="614553" y="27813"/>
                    <a:pt x="614553" y="61913"/>
                  </a:cubicBezTo>
                  <a:lnTo>
                    <a:pt x="614553" y="78581"/>
                  </a:lnTo>
                  <a:lnTo>
                    <a:pt x="19050" y="78581"/>
                  </a:lnTo>
                  <a:lnTo>
                    <a:pt x="19050" y="438245"/>
                  </a:lnTo>
                  <a:cubicBezTo>
                    <a:pt x="19050" y="461867"/>
                    <a:pt x="38291" y="481108"/>
                    <a:pt x="61913" y="481108"/>
                  </a:cubicBezTo>
                  <a:lnTo>
                    <a:pt x="552641" y="481108"/>
                  </a:lnTo>
                  <a:cubicBezTo>
                    <a:pt x="576263" y="481108"/>
                    <a:pt x="595503" y="461867"/>
                    <a:pt x="595503" y="438245"/>
                  </a:cubicBezTo>
                  <a:lnTo>
                    <a:pt x="595503" y="103918"/>
                  </a:lnTo>
                  <a:lnTo>
                    <a:pt x="614553" y="103918"/>
                  </a:lnTo>
                  <a:lnTo>
                    <a:pt x="614553" y="438245"/>
                  </a:lnTo>
                  <a:cubicBezTo>
                    <a:pt x="614553" y="472440"/>
                    <a:pt x="586835" y="500158"/>
                    <a:pt x="552641" y="500158"/>
                  </a:cubicBezTo>
                  <a:close/>
                  <a:moveTo>
                    <a:pt x="19145" y="59531"/>
                  </a:moveTo>
                  <a:lnTo>
                    <a:pt x="595503" y="59531"/>
                  </a:lnTo>
                  <a:cubicBezTo>
                    <a:pt x="594265" y="37052"/>
                    <a:pt x="575501" y="19050"/>
                    <a:pt x="552641" y="19050"/>
                  </a:cubicBezTo>
                  <a:lnTo>
                    <a:pt x="61913" y="19050"/>
                  </a:lnTo>
                  <a:cubicBezTo>
                    <a:pt x="39053" y="19050"/>
                    <a:pt x="20384" y="37052"/>
                    <a:pt x="19145" y="59531"/>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1063" name="Google Shape;1063;g32268d58d69_0_3331"/>
            <p:cNvGrpSpPr/>
            <p:nvPr/>
          </p:nvGrpSpPr>
          <p:grpSpPr>
            <a:xfrm>
              <a:off x="5987826" y="3323843"/>
              <a:ext cx="208597" cy="245935"/>
              <a:chOff x="5987826" y="3323843"/>
              <a:chExt cx="208597" cy="245935"/>
            </a:xfrm>
          </p:grpSpPr>
          <p:sp>
            <p:nvSpPr>
              <p:cNvPr id="1064" name="Google Shape;1064;g32268d58d69_0_3331"/>
              <p:cNvSpPr/>
              <p:nvPr/>
            </p:nvSpPr>
            <p:spPr>
              <a:xfrm>
                <a:off x="5987826" y="3465480"/>
                <a:ext cx="208597" cy="104298"/>
              </a:xfrm>
              <a:custGeom>
                <a:rect b="b" l="l" r="r" t="t"/>
                <a:pathLst>
                  <a:path extrusionOk="0" h="104298" w="208597">
                    <a:moveTo>
                      <a:pt x="208598" y="104299"/>
                    </a:moveTo>
                    <a:lnTo>
                      <a:pt x="189548" y="104299"/>
                    </a:lnTo>
                    <a:cubicBezTo>
                      <a:pt x="189548" y="57340"/>
                      <a:pt x="151352" y="19050"/>
                      <a:pt x="104299" y="19050"/>
                    </a:cubicBezTo>
                    <a:cubicBezTo>
                      <a:pt x="57341" y="19050"/>
                      <a:pt x="19050" y="57245"/>
                      <a:pt x="19050" y="104299"/>
                    </a:cubicBezTo>
                    <a:lnTo>
                      <a:pt x="0" y="104299"/>
                    </a:lnTo>
                    <a:cubicBezTo>
                      <a:pt x="0" y="46768"/>
                      <a:pt x="46768" y="0"/>
                      <a:pt x="104299" y="0"/>
                    </a:cubicBezTo>
                    <a:cubicBezTo>
                      <a:pt x="161830" y="0"/>
                      <a:pt x="208598" y="46768"/>
                      <a:pt x="208598" y="104299"/>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65" name="Google Shape;1065;g32268d58d69_0_3331"/>
              <p:cNvSpPr/>
              <p:nvPr/>
            </p:nvSpPr>
            <p:spPr>
              <a:xfrm>
                <a:off x="6028117" y="3323843"/>
                <a:ext cx="128015" cy="128015"/>
              </a:xfrm>
              <a:custGeom>
                <a:rect b="b" l="l" r="r" t="t"/>
                <a:pathLst>
                  <a:path extrusionOk="0" h="128015" w="128015">
                    <a:moveTo>
                      <a:pt x="64008" y="128016"/>
                    </a:moveTo>
                    <a:cubicBezTo>
                      <a:pt x="28765" y="128016"/>
                      <a:pt x="0" y="99346"/>
                      <a:pt x="0" y="64008"/>
                    </a:cubicBezTo>
                    <a:cubicBezTo>
                      <a:pt x="0" y="28765"/>
                      <a:pt x="28670" y="0"/>
                      <a:pt x="64008" y="0"/>
                    </a:cubicBezTo>
                    <a:cubicBezTo>
                      <a:pt x="99250" y="0"/>
                      <a:pt x="128016" y="28670"/>
                      <a:pt x="128016" y="64008"/>
                    </a:cubicBezTo>
                    <a:cubicBezTo>
                      <a:pt x="128016" y="99250"/>
                      <a:pt x="99346" y="128016"/>
                      <a:pt x="64008" y="128016"/>
                    </a:cubicBezTo>
                    <a:close/>
                    <a:moveTo>
                      <a:pt x="64008" y="19050"/>
                    </a:moveTo>
                    <a:cubicBezTo>
                      <a:pt x="39243" y="19050"/>
                      <a:pt x="19050" y="39243"/>
                      <a:pt x="19050" y="64008"/>
                    </a:cubicBezTo>
                    <a:cubicBezTo>
                      <a:pt x="19050" y="88773"/>
                      <a:pt x="39243" y="108966"/>
                      <a:pt x="64008" y="108966"/>
                    </a:cubicBezTo>
                    <a:cubicBezTo>
                      <a:pt x="88773" y="108966"/>
                      <a:pt x="108966" y="88773"/>
                      <a:pt x="108966" y="64008"/>
                    </a:cubicBezTo>
                    <a:cubicBezTo>
                      <a:pt x="108966" y="39243"/>
                      <a:pt x="88773" y="19050"/>
                      <a:pt x="64008"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grpSp>
        <p:nvGrpSpPr>
          <p:cNvPr id="1066" name="Google Shape;1066;g32268d58d69_0_3331"/>
          <p:cNvGrpSpPr/>
          <p:nvPr/>
        </p:nvGrpSpPr>
        <p:grpSpPr>
          <a:xfrm>
            <a:off x="916118" y="2707716"/>
            <a:ext cx="1796959" cy="2839385"/>
            <a:chOff x="914532" y="2328817"/>
            <a:chExt cx="1796959" cy="2840237"/>
          </a:xfrm>
        </p:grpSpPr>
        <p:grpSp>
          <p:nvGrpSpPr>
            <p:cNvPr id="1067" name="Google Shape;1067;g32268d58d69_0_3331"/>
            <p:cNvGrpSpPr/>
            <p:nvPr/>
          </p:nvGrpSpPr>
          <p:grpSpPr>
            <a:xfrm>
              <a:off x="914532" y="2328817"/>
              <a:ext cx="1796959" cy="121966"/>
              <a:chOff x="876017" y="2328845"/>
              <a:chExt cx="3014021" cy="204573"/>
            </a:xfrm>
          </p:grpSpPr>
          <p:sp>
            <p:nvSpPr>
              <p:cNvPr id="1068" name="Google Shape;1068;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69" name="Google Shape;1069;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70" name="Google Shape;1070;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71" name="Google Shape;1071;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72" name="Google Shape;1072;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73" name="Google Shape;1073;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74" name="Google Shape;1074;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75" name="Google Shape;1075;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76" name="Google Shape;1076;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77" name="Google Shape;1077;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78" name="Google Shape;1078;g32268d58d69_0_3331"/>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079" name="Google Shape;1079;g32268d58d69_0_3331"/>
            <p:cNvGrpSpPr/>
            <p:nvPr/>
          </p:nvGrpSpPr>
          <p:grpSpPr>
            <a:xfrm>
              <a:off x="1022934" y="2498709"/>
              <a:ext cx="1629461" cy="121966"/>
              <a:chOff x="876017" y="2328845"/>
              <a:chExt cx="2733078" cy="204573"/>
            </a:xfrm>
          </p:grpSpPr>
          <p:sp>
            <p:nvSpPr>
              <p:cNvPr id="1080" name="Google Shape;1080;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81" name="Google Shape;1081;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82" name="Google Shape;1082;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83" name="Google Shape;1083;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84" name="Google Shape;1084;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85" name="Google Shape;1085;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86" name="Google Shape;1086;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87" name="Google Shape;1087;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88" name="Google Shape;1088;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89" name="Google Shape;1089;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090" name="Google Shape;1090;g32268d58d69_0_3331"/>
            <p:cNvGrpSpPr/>
            <p:nvPr/>
          </p:nvGrpSpPr>
          <p:grpSpPr>
            <a:xfrm>
              <a:off x="914532" y="2668601"/>
              <a:ext cx="1796959" cy="121966"/>
              <a:chOff x="876017" y="2328845"/>
              <a:chExt cx="3014021" cy="204573"/>
            </a:xfrm>
          </p:grpSpPr>
          <p:sp>
            <p:nvSpPr>
              <p:cNvPr id="1091" name="Google Shape;1091;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92" name="Google Shape;1092;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93" name="Google Shape;1093;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94" name="Google Shape;1094;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95" name="Google Shape;1095;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96" name="Google Shape;1096;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97" name="Google Shape;1097;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98" name="Google Shape;1098;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099" name="Google Shape;1099;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00" name="Google Shape;1100;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01" name="Google Shape;1101;g32268d58d69_0_3331"/>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102" name="Google Shape;1102;g32268d58d69_0_3331"/>
            <p:cNvGrpSpPr/>
            <p:nvPr/>
          </p:nvGrpSpPr>
          <p:grpSpPr>
            <a:xfrm>
              <a:off x="1022934" y="2838493"/>
              <a:ext cx="1629461" cy="121966"/>
              <a:chOff x="876017" y="2328845"/>
              <a:chExt cx="2733078" cy="204573"/>
            </a:xfrm>
          </p:grpSpPr>
          <p:sp>
            <p:nvSpPr>
              <p:cNvPr id="1103" name="Google Shape;1103;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04" name="Google Shape;1104;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05" name="Google Shape;1105;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06" name="Google Shape;1106;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07" name="Google Shape;1107;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08" name="Google Shape;1108;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09" name="Google Shape;1109;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10" name="Google Shape;1110;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11" name="Google Shape;1111;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12" name="Google Shape;1112;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113" name="Google Shape;1113;g32268d58d69_0_3331"/>
            <p:cNvGrpSpPr/>
            <p:nvPr/>
          </p:nvGrpSpPr>
          <p:grpSpPr>
            <a:xfrm>
              <a:off x="1022934" y="3518061"/>
              <a:ext cx="1629461" cy="121966"/>
              <a:chOff x="876017" y="2328845"/>
              <a:chExt cx="2733078" cy="204573"/>
            </a:xfrm>
          </p:grpSpPr>
          <p:sp>
            <p:nvSpPr>
              <p:cNvPr id="1114" name="Google Shape;1114;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15" name="Google Shape;1115;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16" name="Google Shape;1116;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17" name="Google Shape;1117;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18" name="Google Shape;1118;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19" name="Google Shape;1119;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20" name="Google Shape;1120;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21" name="Google Shape;1121;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22" name="Google Shape;1122;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23" name="Google Shape;1123;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124" name="Google Shape;1124;g32268d58d69_0_3331"/>
            <p:cNvGrpSpPr/>
            <p:nvPr/>
          </p:nvGrpSpPr>
          <p:grpSpPr>
            <a:xfrm>
              <a:off x="914532" y="3687953"/>
              <a:ext cx="1796959" cy="121966"/>
              <a:chOff x="876017" y="2328845"/>
              <a:chExt cx="3014021" cy="204573"/>
            </a:xfrm>
          </p:grpSpPr>
          <p:sp>
            <p:nvSpPr>
              <p:cNvPr id="1125" name="Google Shape;1125;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26" name="Google Shape;1126;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27" name="Google Shape;1127;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28" name="Google Shape;1128;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29" name="Google Shape;1129;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30" name="Google Shape;1130;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31" name="Google Shape;1131;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32" name="Google Shape;1132;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33" name="Google Shape;1133;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34" name="Google Shape;1134;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35" name="Google Shape;1135;g32268d58d69_0_3331"/>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136" name="Google Shape;1136;g32268d58d69_0_3331"/>
            <p:cNvGrpSpPr/>
            <p:nvPr/>
          </p:nvGrpSpPr>
          <p:grpSpPr>
            <a:xfrm>
              <a:off x="1022934" y="3857845"/>
              <a:ext cx="1629461" cy="121966"/>
              <a:chOff x="876017" y="2328845"/>
              <a:chExt cx="2733078" cy="204573"/>
            </a:xfrm>
          </p:grpSpPr>
          <p:sp>
            <p:nvSpPr>
              <p:cNvPr id="1137" name="Google Shape;1137;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38" name="Google Shape;1138;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39" name="Google Shape;1139;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40" name="Google Shape;1140;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41" name="Google Shape;1141;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42" name="Google Shape;1142;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43" name="Google Shape;1143;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44" name="Google Shape;1144;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45" name="Google Shape;1145;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46" name="Google Shape;1146;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147" name="Google Shape;1147;g32268d58d69_0_3331"/>
            <p:cNvGrpSpPr/>
            <p:nvPr/>
          </p:nvGrpSpPr>
          <p:grpSpPr>
            <a:xfrm>
              <a:off x="914532" y="4027737"/>
              <a:ext cx="1796959" cy="121966"/>
              <a:chOff x="876017" y="2328845"/>
              <a:chExt cx="3014021" cy="204573"/>
            </a:xfrm>
          </p:grpSpPr>
          <p:sp>
            <p:nvSpPr>
              <p:cNvPr id="1148" name="Google Shape;1148;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49" name="Google Shape;1149;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50" name="Google Shape;1150;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51" name="Google Shape;1151;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52" name="Google Shape;1152;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53" name="Google Shape;1153;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54" name="Google Shape;1154;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55" name="Google Shape;1155;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56" name="Google Shape;1156;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57" name="Google Shape;1157;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58" name="Google Shape;1158;g32268d58d69_0_3331"/>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159" name="Google Shape;1159;g32268d58d69_0_3331"/>
            <p:cNvGrpSpPr/>
            <p:nvPr/>
          </p:nvGrpSpPr>
          <p:grpSpPr>
            <a:xfrm>
              <a:off x="1022934" y="4197629"/>
              <a:ext cx="1629461" cy="121966"/>
              <a:chOff x="876017" y="2328845"/>
              <a:chExt cx="2733078" cy="204573"/>
            </a:xfrm>
          </p:grpSpPr>
          <p:sp>
            <p:nvSpPr>
              <p:cNvPr id="1160" name="Google Shape;1160;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61" name="Google Shape;1161;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62" name="Google Shape;1162;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63" name="Google Shape;1163;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64" name="Google Shape;1164;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65" name="Google Shape;1165;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66" name="Google Shape;1166;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67" name="Google Shape;1167;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68" name="Google Shape;1168;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69" name="Google Shape;1169;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170" name="Google Shape;1170;g32268d58d69_0_3331"/>
            <p:cNvGrpSpPr/>
            <p:nvPr/>
          </p:nvGrpSpPr>
          <p:grpSpPr>
            <a:xfrm>
              <a:off x="914532" y="4367521"/>
              <a:ext cx="1796959" cy="121966"/>
              <a:chOff x="876017" y="2328845"/>
              <a:chExt cx="3014021" cy="204573"/>
            </a:xfrm>
          </p:grpSpPr>
          <p:sp>
            <p:nvSpPr>
              <p:cNvPr id="1171" name="Google Shape;1171;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72" name="Google Shape;1172;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73" name="Google Shape;1173;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74" name="Google Shape;1174;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75" name="Google Shape;1175;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76" name="Google Shape;1176;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77" name="Google Shape;1177;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78" name="Google Shape;1178;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79" name="Google Shape;1179;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80" name="Google Shape;1180;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81" name="Google Shape;1181;g32268d58d69_0_3331"/>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182" name="Google Shape;1182;g32268d58d69_0_3331"/>
            <p:cNvGrpSpPr/>
            <p:nvPr/>
          </p:nvGrpSpPr>
          <p:grpSpPr>
            <a:xfrm>
              <a:off x="1022934" y="4537413"/>
              <a:ext cx="1629461" cy="121966"/>
              <a:chOff x="876017" y="2328845"/>
              <a:chExt cx="2733078" cy="204573"/>
            </a:xfrm>
          </p:grpSpPr>
          <p:sp>
            <p:nvSpPr>
              <p:cNvPr id="1183" name="Google Shape;1183;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84" name="Google Shape;1184;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85" name="Google Shape;1185;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86" name="Google Shape;1186;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87" name="Google Shape;1187;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88" name="Google Shape;1188;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89" name="Google Shape;1189;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90" name="Google Shape;1190;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91" name="Google Shape;1191;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92" name="Google Shape;1192;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193" name="Google Shape;1193;g32268d58d69_0_3331"/>
            <p:cNvGrpSpPr/>
            <p:nvPr/>
          </p:nvGrpSpPr>
          <p:grpSpPr>
            <a:xfrm>
              <a:off x="914532" y="4707305"/>
              <a:ext cx="1796959" cy="121966"/>
              <a:chOff x="876017" y="2328845"/>
              <a:chExt cx="3014021" cy="204573"/>
            </a:xfrm>
          </p:grpSpPr>
          <p:sp>
            <p:nvSpPr>
              <p:cNvPr id="1194" name="Google Shape;1194;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95" name="Google Shape;1195;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96" name="Google Shape;1196;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97" name="Google Shape;1197;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98" name="Google Shape;1198;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199" name="Google Shape;1199;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00" name="Google Shape;1200;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01" name="Google Shape;1201;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02" name="Google Shape;1202;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03" name="Google Shape;1203;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04" name="Google Shape;1204;g32268d58d69_0_3331"/>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205" name="Google Shape;1205;g32268d58d69_0_3331"/>
            <p:cNvGrpSpPr/>
            <p:nvPr/>
          </p:nvGrpSpPr>
          <p:grpSpPr>
            <a:xfrm>
              <a:off x="1022934" y="4877197"/>
              <a:ext cx="1629461" cy="121966"/>
              <a:chOff x="876017" y="2328845"/>
              <a:chExt cx="2733078" cy="204573"/>
            </a:xfrm>
          </p:grpSpPr>
          <p:sp>
            <p:nvSpPr>
              <p:cNvPr id="1206" name="Google Shape;1206;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07" name="Google Shape;1207;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08" name="Google Shape;1208;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09" name="Google Shape;1209;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10" name="Google Shape;1210;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11" name="Google Shape;1211;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12" name="Google Shape;1212;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13" name="Google Shape;1213;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14" name="Google Shape;1214;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15" name="Google Shape;1215;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216" name="Google Shape;1216;g32268d58d69_0_3331"/>
            <p:cNvGrpSpPr/>
            <p:nvPr/>
          </p:nvGrpSpPr>
          <p:grpSpPr>
            <a:xfrm>
              <a:off x="914532" y="5047088"/>
              <a:ext cx="1796959" cy="121966"/>
              <a:chOff x="876017" y="2328845"/>
              <a:chExt cx="3014021" cy="204573"/>
            </a:xfrm>
          </p:grpSpPr>
          <p:sp>
            <p:nvSpPr>
              <p:cNvPr id="1217" name="Google Shape;1217;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18" name="Google Shape;1218;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19" name="Google Shape;1219;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20" name="Google Shape;1220;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21" name="Google Shape;1221;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22" name="Google Shape;1222;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23" name="Google Shape;1223;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24" name="Google Shape;1224;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25" name="Google Shape;1225;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26" name="Google Shape;1226;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27" name="Google Shape;1227;g32268d58d69_0_3331"/>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228" name="Google Shape;1228;g32268d58d69_0_3331"/>
            <p:cNvGrpSpPr/>
            <p:nvPr/>
          </p:nvGrpSpPr>
          <p:grpSpPr>
            <a:xfrm>
              <a:off x="914532" y="3008385"/>
              <a:ext cx="1796959" cy="121966"/>
              <a:chOff x="876017" y="2328845"/>
              <a:chExt cx="3014021" cy="204573"/>
            </a:xfrm>
          </p:grpSpPr>
          <p:sp>
            <p:nvSpPr>
              <p:cNvPr id="1229" name="Google Shape;1229;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30" name="Google Shape;1230;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31" name="Google Shape;1231;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32" name="Google Shape;1232;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33" name="Google Shape;1233;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34" name="Google Shape;1234;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35" name="Google Shape;1235;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36" name="Google Shape;1236;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37" name="Google Shape;1237;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38" name="Google Shape;1238;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39" name="Google Shape;1239;g32268d58d69_0_3331"/>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240" name="Google Shape;1240;g32268d58d69_0_3331"/>
            <p:cNvGrpSpPr/>
            <p:nvPr/>
          </p:nvGrpSpPr>
          <p:grpSpPr>
            <a:xfrm>
              <a:off x="1022934" y="3178277"/>
              <a:ext cx="1629461" cy="121966"/>
              <a:chOff x="876017" y="2328845"/>
              <a:chExt cx="2733078" cy="204573"/>
            </a:xfrm>
          </p:grpSpPr>
          <p:sp>
            <p:nvSpPr>
              <p:cNvPr id="1241" name="Google Shape;1241;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42" name="Google Shape;1242;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43" name="Google Shape;1243;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44" name="Google Shape;1244;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45" name="Google Shape;1245;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46" name="Google Shape;1246;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47" name="Google Shape;1247;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48" name="Google Shape;1248;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49" name="Google Shape;1249;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50" name="Google Shape;1250;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251" name="Google Shape;1251;g32268d58d69_0_3331"/>
            <p:cNvGrpSpPr/>
            <p:nvPr/>
          </p:nvGrpSpPr>
          <p:grpSpPr>
            <a:xfrm>
              <a:off x="914532" y="3348169"/>
              <a:ext cx="1796959" cy="121966"/>
              <a:chOff x="876017" y="2328845"/>
              <a:chExt cx="3014021" cy="204573"/>
            </a:xfrm>
          </p:grpSpPr>
          <p:sp>
            <p:nvSpPr>
              <p:cNvPr id="1252" name="Google Shape;1252;g32268d58d69_0_3331"/>
              <p:cNvSpPr/>
              <p:nvPr/>
            </p:nvSpPr>
            <p:spPr>
              <a:xfrm>
                <a:off x="87601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53" name="Google Shape;1253;g32268d58d69_0_3331"/>
              <p:cNvSpPr/>
              <p:nvPr/>
            </p:nvSpPr>
            <p:spPr>
              <a:xfrm>
                <a:off x="115696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54" name="Google Shape;1254;g32268d58d69_0_3331"/>
              <p:cNvSpPr/>
              <p:nvPr/>
            </p:nvSpPr>
            <p:spPr>
              <a:xfrm>
                <a:off x="143790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55" name="Google Shape;1255;g32268d58d69_0_3331"/>
              <p:cNvSpPr/>
              <p:nvPr/>
            </p:nvSpPr>
            <p:spPr>
              <a:xfrm>
                <a:off x="171885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56" name="Google Shape;1256;g32268d58d69_0_3331"/>
              <p:cNvSpPr/>
              <p:nvPr/>
            </p:nvSpPr>
            <p:spPr>
              <a:xfrm>
                <a:off x="199979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57" name="Google Shape;1257;g32268d58d69_0_3331"/>
              <p:cNvSpPr/>
              <p:nvPr/>
            </p:nvSpPr>
            <p:spPr>
              <a:xfrm>
                <a:off x="228074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58" name="Google Shape;1258;g32268d58d69_0_3331"/>
              <p:cNvSpPr/>
              <p:nvPr/>
            </p:nvSpPr>
            <p:spPr>
              <a:xfrm>
                <a:off x="256168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59" name="Google Shape;1259;g32268d58d69_0_3331"/>
              <p:cNvSpPr/>
              <p:nvPr/>
            </p:nvSpPr>
            <p:spPr>
              <a:xfrm>
                <a:off x="284263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60" name="Google Shape;1260;g32268d58d69_0_3331"/>
              <p:cNvSpPr/>
              <p:nvPr/>
            </p:nvSpPr>
            <p:spPr>
              <a:xfrm>
                <a:off x="3123577"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61" name="Google Shape;1261;g32268d58d69_0_3331"/>
              <p:cNvSpPr/>
              <p:nvPr/>
            </p:nvSpPr>
            <p:spPr>
              <a:xfrm>
                <a:off x="3404522"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62" name="Google Shape;1262;g32268d58d69_0_3331"/>
              <p:cNvSpPr/>
              <p:nvPr/>
            </p:nvSpPr>
            <p:spPr>
              <a:xfrm>
                <a:off x="3685465" y="2328845"/>
                <a:ext cx="204573" cy="204573"/>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3"/>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cxnSp>
        <p:nvCxnSpPr>
          <p:cNvPr id="1263" name="Google Shape;1263;g32268d58d69_0_3331"/>
          <p:cNvCxnSpPr/>
          <p:nvPr/>
        </p:nvCxnSpPr>
        <p:spPr>
          <a:xfrm>
            <a:off x="3193860" y="2700114"/>
            <a:ext cx="0" cy="2999700"/>
          </a:xfrm>
          <a:prstGeom prst="straightConnector1">
            <a:avLst/>
          </a:prstGeom>
          <a:noFill/>
          <a:ln cap="flat" cmpd="sng" w="9525">
            <a:solidFill>
              <a:srgbClr val="A5AEBF"/>
            </a:solidFill>
            <a:prstDash val="solid"/>
            <a:miter lim="800000"/>
            <a:headEnd len="sm" w="sm" type="none"/>
            <a:tailEnd len="sm" w="sm" type="none"/>
          </a:ln>
        </p:spPr>
      </p:cxnSp>
      <p:cxnSp>
        <p:nvCxnSpPr>
          <p:cNvPr id="1264" name="Google Shape;1264;g32268d58d69_0_3331"/>
          <p:cNvCxnSpPr/>
          <p:nvPr/>
        </p:nvCxnSpPr>
        <p:spPr>
          <a:xfrm>
            <a:off x="6096000" y="2700114"/>
            <a:ext cx="0" cy="2999700"/>
          </a:xfrm>
          <a:prstGeom prst="straightConnector1">
            <a:avLst/>
          </a:prstGeom>
          <a:noFill/>
          <a:ln cap="flat" cmpd="sng" w="9525">
            <a:solidFill>
              <a:srgbClr val="A5AEBF"/>
            </a:solidFill>
            <a:prstDash val="solid"/>
            <a:miter lim="800000"/>
            <a:headEnd len="sm" w="sm" type="none"/>
            <a:tailEnd len="sm" w="sm" type="none"/>
          </a:ln>
        </p:spPr>
      </p:cxnSp>
      <p:sp>
        <p:nvSpPr>
          <p:cNvPr id="1265" name="Google Shape;1265;g32268d58d69_0_3331"/>
          <p:cNvSpPr txBox="1"/>
          <p:nvPr/>
        </p:nvSpPr>
        <p:spPr>
          <a:xfrm>
            <a:off x="9077479" y="3375085"/>
            <a:ext cx="2618100" cy="276900"/>
          </a:xfrm>
          <a:prstGeom prst="rect">
            <a:avLst/>
          </a:prstGeom>
          <a:noFill/>
          <a:ln>
            <a:noFill/>
          </a:ln>
        </p:spPr>
        <p:txBody>
          <a:bodyPr anchorCtr="0" anchor="t" bIns="45675" lIns="91400" spcFirstLastPara="1" rIns="91400" wrap="square" tIns="4567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App API Call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Remediations</a:t>
            </a:r>
            <a:endParaRPr b="0" i="0" sz="1400" u="none" cap="none" strike="noStrike">
              <a:solidFill>
                <a:srgbClr val="FFFFFF"/>
              </a:solidFill>
              <a:latin typeface="Arial"/>
              <a:ea typeface="Arial"/>
              <a:cs typeface="Arial"/>
              <a:sym typeface="Arial"/>
            </a:endParaRPr>
          </a:p>
        </p:txBody>
      </p:sp>
      <p:sp>
        <p:nvSpPr>
          <p:cNvPr id="1266" name="Google Shape;1266;g32268d58d69_0_3331"/>
          <p:cNvSpPr txBox="1"/>
          <p:nvPr/>
        </p:nvSpPr>
        <p:spPr>
          <a:xfrm>
            <a:off x="9077479" y="4318024"/>
            <a:ext cx="2618100" cy="461700"/>
          </a:xfrm>
          <a:prstGeom prst="rect">
            <a:avLst/>
          </a:prstGeom>
          <a:noFill/>
          <a:ln>
            <a:noFill/>
          </a:ln>
        </p:spPr>
        <p:txBody>
          <a:bodyPr anchorCtr="0" anchor="t" bIns="45675" lIns="91400" spcFirstLastPara="1" rIns="91400" wrap="square" tIns="4567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Delivery Service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Routing Optimization</a:t>
            </a:r>
            <a:endParaRPr b="0" i="0" sz="1400" u="none" cap="none" strike="noStrike">
              <a:solidFill>
                <a:srgbClr val="FFFFFF"/>
              </a:solidFill>
              <a:latin typeface="Arial"/>
              <a:ea typeface="Arial"/>
              <a:cs typeface="Arial"/>
              <a:sym typeface="Arial"/>
            </a:endParaRPr>
          </a:p>
        </p:txBody>
      </p:sp>
      <p:sp>
        <p:nvSpPr>
          <p:cNvPr id="1267" name="Google Shape;1267;g32268d58d69_0_3331"/>
          <p:cNvSpPr txBox="1"/>
          <p:nvPr/>
        </p:nvSpPr>
        <p:spPr>
          <a:xfrm>
            <a:off x="4237801" y="2886013"/>
            <a:ext cx="15813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Log in supplier portal</a:t>
            </a:r>
            <a:endParaRPr b="0" i="0" sz="1400" u="none" cap="none" strike="noStrike">
              <a:solidFill>
                <a:srgbClr val="FFFFFF"/>
              </a:solidFill>
              <a:latin typeface="Arial"/>
              <a:ea typeface="Arial"/>
              <a:cs typeface="Arial"/>
              <a:sym typeface="Arial"/>
            </a:endParaRPr>
          </a:p>
        </p:txBody>
      </p:sp>
      <p:sp>
        <p:nvSpPr>
          <p:cNvPr id="1268" name="Google Shape;1268;g32268d58d69_0_3331"/>
          <p:cNvSpPr txBox="1"/>
          <p:nvPr/>
        </p:nvSpPr>
        <p:spPr>
          <a:xfrm>
            <a:off x="4260486" y="4668256"/>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Delivery confirmation</a:t>
            </a:r>
            <a:endParaRPr b="0" i="0" sz="1400" u="none" cap="none" strike="noStrike">
              <a:solidFill>
                <a:srgbClr val="FFFFFF"/>
              </a:solidFill>
              <a:latin typeface="Arial"/>
              <a:ea typeface="Arial"/>
              <a:cs typeface="Arial"/>
              <a:sym typeface="Arial"/>
            </a:endParaRPr>
          </a:p>
        </p:txBody>
      </p:sp>
      <p:sp>
        <p:nvSpPr>
          <p:cNvPr id="1269" name="Google Shape;1269;g32268d58d69_0_3331"/>
          <p:cNvSpPr txBox="1"/>
          <p:nvPr/>
        </p:nvSpPr>
        <p:spPr>
          <a:xfrm>
            <a:off x="4211585" y="5249721"/>
            <a:ext cx="1764300" cy="2760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Accounts Payable report</a:t>
            </a:r>
            <a:endParaRPr b="0" i="0" sz="1400" u="none" cap="none" strike="noStrike">
              <a:solidFill>
                <a:srgbClr val="FFFFFF"/>
              </a:solidFill>
              <a:latin typeface="Arial"/>
              <a:ea typeface="Arial"/>
              <a:cs typeface="Arial"/>
              <a:sym typeface="Arial"/>
            </a:endParaRPr>
          </a:p>
        </p:txBody>
      </p:sp>
      <p:sp>
        <p:nvSpPr>
          <p:cNvPr id="1270" name="Google Shape;1270;g32268d58d69_0_3331"/>
          <p:cNvSpPr txBox="1"/>
          <p:nvPr/>
        </p:nvSpPr>
        <p:spPr>
          <a:xfrm>
            <a:off x="4237801" y="3449494"/>
            <a:ext cx="1463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Delivery information</a:t>
            </a:r>
            <a:endParaRPr b="0" i="0" sz="1400" u="none" cap="none" strike="noStrike">
              <a:solidFill>
                <a:srgbClr val="FFFFFF"/>
              </a:solidFill>
              <a:latin typeface="Arial"/>
              <a:ea typeface="Arial"/>
              <a:cs typeface="Arial"/>
              <a:sym typeface="Arial"/>
            </a:endParaRPr>
          </a:p>
        </p:txBody>
      </p:sp>
      <p:sp>
        <p:nvSpPr>
          <p:cNvPr id="1271" name="Google Shape;1271;g32268d58d69_0_3331"/>
          <p:cNvSpPr txBox="1"/>
          <p:nvPr/>
        </p:nvSpPr>
        <p:spPr>
          <a:xfrm>
            <a:off x="4211585" y="4074759"/>
            <a:ext cx="1574100" cy="276900"/>
          </a:xfrm>
          <a:prstGeom prst="rect">
            <a:avLst/>
          </a:prstGeom>
          <a:no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Capacity information</a:t>
            </a:r>
            <a:endParaRPr b="0" i="0" sz="1400" u="none" cap="none" strike="noStrike">
              <a:solidFill>
                <a:srgbClr val="FFFFFF"/>
              </a:solidFill>
              <a:latin typeface="Arial"/>
              <a:ea typeface="Arial"/>
              <a:cs typeface="Arial"/>
              <a:sym typeface="Arial"/>
            </a:endParaRPr>
          </a:p>
        </p:txBody>
      </p:sp>
      <p:grpSp>
        <p:nvGrpSpPr>
          <p:cNvPr id="1272" name="Google Shape;1272;g32268d58d69_0_3331"/>
          <p:cNvGrpSpPr/>
          <p:nvPr/>
        </p:nvGrpSpPr>
        <p:grpSpPr>
          <a:xfrm>
            <a:off x="3971731" y="4669223"/>
            <a:ext cx="172499" cy="212192"/>
            <a:chOff x="3617" y="1890"/>
            <a:chExt cx="440" cy="542"/>
          </a:xfrm>
        </p:grpSpPr>
        <p:sp>
          <p:nvSpPr>
            <p:cNvPr id="1273" name="Google Shape;1273;g32268d58d69_0_3331"/>
            <p:cNvSpPr/>
            <p:nvPr/>
          </p:nvSpPr>
          <p:spPr>
            <a:xfrm>
              <a:off x="3617" y="1890"/>
              <a:ext cx="440" cy="542"/>
            </a:xfrm>
            <a:custGeom>
              <a:rect b="b" l="l" r="r" t="t"/>
              <a:pathLst>
                <a:path extrusionOk="0" h="226" w="183">
                  <a:moveTo>
                    <a:pt x="147" y="226"/>
                  </a:moveTo>
                  <a:cubicBezTo>
                    <a:pt x="89" y="226"/>
                    <a:pt x="89" y="226"/>
                    <a:pt x="89" y="226"/>
                  </a:cubicBezTo>
                  <a:cubicBezTo>
                    <a:pt x="81" y="226"/>
                    <a:pt x="73" y="222"/>
                    <a:pt x="68" y="215"/>
                  </a:cubicBezTo>
                  <a:cubicBezTo>
                    <a:pt x="5" y="135"/>
                    <a:pt x="5" y="135"/>
                    <a:pt x="5" y="135"/>
                  </a:cubicBezTo>
                  <a:cubicBezTo>
                    <a:pt x="1" y="129"/>
                    <a:pt x="0" y="122"/>
                    <a:pt x="4" y="116"/>
                  </a:cubicBezTo>
                  <a:cubicBezTo>
                    <a:pt x="6" y="112"/>
                    <a:pt x="10" y="109"/>
                    <a:pt x="14" y="108"/>
                  </a:cubicBezTo>
                  <a:cubicBezTo>
                    <a:pt x="19" y="107"/>
                    <a:pt x="24" y="108"/>
                    <a:pt x="27" y="110"/>
                  </a:cubicBezTo>
                  <a:cubicBezTo>
                    <a:pt x="69" y="136"/>
                    <a:pt x="69" y="136"/>
                    <a:pt x="69" y="136"/>
                  </a:cubicBezTo>
                  <a:cubicBezTo>
                    <a:pt x="69" y="136"/>
                    <a:pt x="69" y="136"/>
                    <a:pt x="70" y="136"/>
                  </a:cubicBezTo>
                  <a:cubicBezTo>
                    <a:pt x="70" y="136"/>
                    <a:pt x="70" y="136"/>
                    <a:pt x="70" y="135"/>
                  </a:cubicBezTo>
                  <a:cubicBezTo>
                    <a:pt x="70" y="22"/>
                    <a:pt x="70" y="22"/>
                    <a:pt x="70" y="22"/>
                  </a:cubicBezTo>
                  <a:cubicBezTo>
                    <a:pt x="70" y="10"/>
                    <a:pt x="80" y="0"/>
                    <a:pt x="92" y="0"/>
                  </a:cubicBezTo>
                  <a:cubicBezTo>
                    <a:pt x="104" y="0"/>
                    <a:pt x="114" y="10"/>
                    <a:pt x="114" y="22"/>
                  </a:cubicBezTo>
                  <a:cubicBezTo>
                    <a:pt x="114" y="94"/>
                    <a:pt x="114" y="94"/>
                    <a:pt x="114" y="94"/>
                  </a:cubicBezTo>
                  <a:cubicBezTo>
                    <a:pt x="114" y="96"/>
                    <a:pt x="113" y="98"/>
                    <a:pt x="110" y="98"/>
                  </a:cubicBezTo>
                  <a:cubicBezTo>
                    <a:pt x="108" y="98"/>
                    <a:pt x="106" y="96"/>
                    <a:pt x="106" y="94"/>
                  </a:cubicBezTo>
                  <a:cubicBezTo>
                    <a:pt x="106" y="22"/>
                    <a:pt x="106" y="22"/>
                    <a:pt x="106" y="22"/>
                  </a:cubicBezTo>
                  <a:cubicBezTo>
                    <a:pt x="106" y="14"/>
                    <a:pt x="100" y="8"/>
                    <a:pt x="92" y="8"/>
                  </a:cubicBezTo>
                  <a:cubicBezTo>
                    <a:pt x="84" y="8"/>
                    <a:pt x="78" y="14"/>
                    <a:pt x="78" y="22"/>
                  </a:cubicBezTo>
                  <a:cubicBezTo>
                    <a:pt x="78" y="135"/>
                    <a:pt x="78" y="135"/>
                    <a:pt x="78" y="135"/>
                  </a:cubicBezTo>
                  <a:cubicBezTo>
                    <a:pt x="78" y="139"/>
                    <a:pt x="76" y="141"/>
                    <a:pt x="74" y="143"/>
                  </a:cubicBezTo>
                  <a:cubicBezTo>
                    <a:pt x="71" y="144"/>
                    <a:pt x="68" y="144"/>
                    <a:pt x="65" y="143"/>
                  </a:cubicBezTo>
                  <a:cubicBezTo>
                    <a:pt x="23" y="117"/>
                    <a:pt x="23" y="117"/>
                    <a:pt x="23" y="117"/>
                  </a:cubicBezTo>
                  <a:cubicBezTo>
                    <a:pt x="21" y="115"/>
                    <a:pt x="19" y="115"/>
                    <a:pt x="16" y="116"/>
                  </a:cubicBezTo>
                  <a:cubicBezTo>
                    <a:pt x="14" y="116"/>
                    <a:pt x="12" y="118"/>
                    <a:pt x="11" y="120"/>
                  </a:cubicBezTo>
                  <a:cubicBezTo>
                    <a:pt x="9" y="123"/>
                    <a:pt x="9" y="127"/>
                    <a:pt x="12" y="130"/>
                  </a:cubicBezTo>
                  <a:cubicBezTo>
                    <a:pt x="74" y="210"/>
                    <a:pt x="74" y="210"/>
                    <a:pt x="74" y="210"/>
                  </a:cubicBezTo>
                  <a:cubicBezTo>
                    <a:pt x="78" y="215"/>
                    <a:pt x="83" y="218"/>
                    <a:pt x="89" y="218"/>
                  </a:cubicBezTo>
                  <a:cubicBezTo>
                    <a:pt x="147" y="218"/>
                    <a:pt x="147" y="218"/>
                    <a:pt x="147" y="218"/>
                  </a:cubicBezTo>
                  <a:cubicBezTo>
                    <a:pt x="162" y="218"/>
                    <a:pt x="175" y="205"/>
                    <a:pt x="175" y="190"/>
                  </a:cubicBezTo>
                  <a:cubicBezTo>
                    <a:pt x="175" y="128"/>
                    <a:pt x="175" y="128"/>
                    <a:pt x="175" y="128"/>
                  </a:cubicBezTo>
                  <a:cubicBezTo>
                    <a:pt x="175" y="123"/>
                    <a:pt x="172" y="119"/>
                    <a:pt x="167" y="117"/>
                  </a:cubicBezTo>
                  <a:cubicBezTo>
                    <a:pt x="123" y="102"/>
                    <a:pt x="123" y="102"/>
                    <a:pt x="123" y="102"/>
                  </a:cubicBezTo>
                  <a:cubicBezTo>
                    <a:pt x="121" y="102"/>
                    <a:pt x="119" y="99"/>
                    <a:pt x="120" y="97"/>
                  </a:cubicBezTo>
                  <a:cubicBezTo>
                    <a:pt x="121" y="95"/>
                    <a:pt x="123" y="94"/>
                    <a:pt x="125" y="95"/>
                  </a:cubicBezTo>
                  <a:cubicBezTo>
                    <a:pt x="170" y="109"/>
                    <a:pt x="170" y="109"/>
                    <a:pt x="170" y="109"/>
                  </a:cubicBezTo>
                  <a:cubicBezTo>
                    <a:pt x="178" y="112"/>
                    <a:pt x="183" y="120"/>
                    <a:pt x="183" y="128"/>
                  </a:cubicBezTo>
                  <a:cubicBezTo>
                    <a:pt x="183" y="190"/>
                    <a:pt x="183" y="190"/>
                    <a:pt x="183" y="190"/>
                  </a:cubicBezTo>
                  <a:cubicBezTo>
                    <a:pt x="183" y="210"/>
                    <a:pt x="167" y="226"/>
                    <a:pt x="147" y="226"/>
                  </a:cubicBezTo>
                  <a:close/>
                </a:path>
              </a:pathLst>
            </a:cu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74" name="Google Shape;1274;g32268d58d69_0_3331"/>
            <p:cNvSpPr/>
            <p:nvPr/>
          </p:nvSpPr>
          <p:spPr>
            <a:xfrm>
              <a:off x="3872" y="2036"/>
              <a:ext cx="19" cy="185"/>
            </a:xfrm>
            <a:custGeom>
              <a:rect b="b" l="l" r="r" t="t"/>
              <a:pathLst>
                <a:path extrusionOk="0" h="77" w="8">
                  <a:moveTo>
                    <a:pt x="4" y="77"/>
                  </a:moveTo>
                  <a:cubicBezTo>
                    <a:pt x="2" y="77"/>
                    <a:pt x="0" y="75"/>
                    <a:pt x="0" y="73"/>
                  </a:cubicBezTo>
                  <a:cubicBezTo>
                    <a:pt x="0" y="4"/>
                    <a:pt x="0" y="4"/>
                    <a:pt x="0" y="4"/>
                  </a:cubicBezTo>
                  <a:cubicBezTo>
                    <a:pt x="0" y="1"/>
                    <a:pt x="2" y="0"/>
                    <a:pt x="4" y="0"/>
                  </a:cubicBezTo>
                  <a:cubicBezTo>
                    <a:pt x="7" y="0"/>
                    <a:pt x="8" y="1"/>
                    <a:pt x="8" y="4"/>
                  </a:cubicBezTo>
                  <a:cubicBezTo>
                    <a:pt x="8" y="73"/>
                    <a:pt x="8" y="73"/>
                    <a:pt x="8" y="73"/>
                  </a:cubicBezTo>
                  <a:cubicBezTo>
                    <a:pt x="8" y="75"/>
                    <a:pt x="7" y="77"/>
                    <a:pt x="4" y="77"/>
                  </a:cubicBezTo>
                  <a:close/>
                </a:path>
              </a:pathLst>
            </a:cu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275" name="Google Shape;1275;g32268d58d69_0_3331"/>
          <p:cNvGrpSpPr/>
          <p:nvPr/>
        </p:nvGrpSpPr>
        <p:grpSpPr>
          <a:xfrm>
            <a:off x="3971285" y="5265059"/>
            <a:ext cx="237043" cy="236990"/>
            <a:chOff x="5827712" y="3162300"/>
            <a:chExt cx="533400" cy="533400"/>
          </a:xfrm>
        </p:grpSpPr>
        <p:sp>
          <p:nvSpPr>
            <p:cNvPr id="1276" name="Google Shape;1276;g32268d58d69_0_3331"/>
            <p:cNvSpPr/>
            <p:nvPr/>
          </p:nvSpPr>
          <p:spPr>
            <a:xfrm>
              <a:off x="5827712" y="3162300"/>
              <a:ext cx="533400" cy="533400"/>
            </a:xfrm>
            <a:custGeom>
              <a:rect b="b" l="l" r="r" t="t"/>
              <a:pathLst>
                <a:path extrusionOk="0" h="533400" w="533400">
                  <a:moveTo>
                    <a:pt x="266700" y="533400"/>
                  </a:moveTo>
                  <a:cubicBezTo>
                    <a:pt x="119634" y="533400"/>
                    <a:pt x="0" y="413766"/>
                    <a:pt x="0" y="266700"/>
                  </a:cubicBezTo>
                  <a:cubicBezTo>
                    <a:pt x="0" y="119634"/>
                    <a:pt x="119634" y="0"/>
                    <a:pt x="266700" y="0"/>
                  </a:cubicBezTo>
                  <a:cubicBezTo>
                    <a:pt x="413766" y="0"/>
                    <a:pt x="533400" y="119634"/>
                    <a:pt x="533400" y="266700"/>
                  </a:cubicBezTo>
                  <a:cubicBezTo>
                    <a:pt x="533400" y="413766"/>
                    <a:pt x="413766" y="533400"/>
                    <a:pt x="266700" y="533400"/>
                  </a:cubicBezTo>
                  <a:close/>
                  <a:moveTo>
                    <a:pt x="266700" y="19050"/>
                  </a:moveTo>
                  <a:cubicBezTo>
                    <a:pt x="130112" y="19050"/>
                    <a:pt x="19050" y="130112"/>
                    <a:pt x="19050" y="266700"/>
                  </a:cubicBezTo>
                  <a:cubicBezTo>
                    <a:pt x="19050" y="403289"/>
                    <a:pt x="130112" y="514350"/>
                    <a:pt x="266700" y="514350"/>
                  </a:cubicBezTo>
                  <a:cubicBezTo>
                    <a:pt x="403289" y="514350"/>
                    <a:pt x="514350" y="403289"/>
                    <a:pt x="514350" y="266700"/>
                  </a:cubicBezTo>
                  <a:cubicBezTo>
                    <a:pt x="514350" y="130112"/>
                    <a:pt x="403289" y="19050"/>
                    <a:pt x="266700"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1277" name="Google Shape;1277;g32268d58d69_0_3331"/>
            <p:cNvGrpSpPr/>
            <p:nvPr/>
          </p:nvGrpSpPr>
          <p:grpSpPr>
            <a:xfrm>
              <a:off x="5999543" y="3252025"/>
              <a:ext cx="189833" cy="353948"/>
              <a:chOff x="5999543" y="3252025"/>
              <a:chExt cx="189833" cy="353948"/>
            </a:xfrm>
          </p:grpSpPr>
          <p:sp>
            <p:nvSpPr>
              <p:cNvPr id="1278" name="Google Shape;1278;g32268d58d69_0_3331"/>
              <p:cNvSpPr/>
              <p:nvPr/>
            </p:nvSpPr>
            <p:spPr>
              <a:xfrm>
                <a:off x="5999543" y="3298507"/>
                <a:ext cx="189833" cy="140017"/>
              </a:xfrm>
              <a:custGeom>
                <a:rect b="b" l="l" r="r" t="t"/>
                <a:pathLst>
                  <a:path extrusionOk="0" h="140017" w="189833">
                    <a:moveTo>
                      <a:pt x="119825" y="140018"/>
                    </a:moveTo>
                    <a:lnTo>
                      <a:pt x="70009" y="140018"/>
                    </a:lnTo>
                    <a:cubicBezTo>
                      <a:pt x="31432" y="140018"/>
                      <a:pt x="0" y="108585"/>
                      <a:pt x="0" y="70009"/>
                    </a:cubicBezTo>
                    <a:cubicBezTo>
                      <a:pt x="0" y="31433"/>
                      <a:pt x="31432" y="0"/>
                      <a:pt x="70009" y="0"/>
                    </a:cubicBezTo>
                    <a:lnTo>
                      <a:pt x="119825" y="0"/>
                    </a:lnTo>
                    <a:cubicBezTo>
                      <a:pt x="158401" y="0"/>
                      <a:pt x="189833" y="31433"/>
                      <a:pt x="189833" y="70009"/>
                    </a:cubicBezTo>
                    <a:lnTo>
                      <a:pt x="170783" y="70009"/>
                    </a:lnTo>
                    <a:cubicBezTo>
                      <a:pt x="170783" y="41910"/>
                      <a:pt x="147923" y="19050"/>
                      <a:pt x="119825" y="19050"/>
                    </a:cubicBezTo>
                    <a:lnTo>
                      <a:pt x="70009" y="19050"/>
                    </a:lnTo>
                    <a:cubicBezTo>
                      <a:pt x="41910" y="19050"/>
                      <a:pt x="19050" y="41910"/>
                      <a:pt x="19050" y="70009"/>
                    </a:cubicBezTo>
                    <a:cubicBezTo>
                      <a:pt x="19050" y="98108"/>
                      <a:pt x="41910" y="120968"/>
                      <a:pt x="70009" y="120968"/>
                    </a:cubicBezTo>
                    <a:lnTo>
                      <a:pt x="119825" y="120968"/>
                    </a:lnTo>
                    <a:lnTo>
                      <a:pt x="119825" y="140018"/>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79" name="Google Shape;1279;g32268d58d69_0_3331"/>
              <p:cNvSpPr/>
              <p:nvPr/>
            </p:nvSpPr>
            <p:spPr>
              <a:xfrm>
                <a:off x="5999543" y="3419475"/>
                <a:ext cx="189833" cy="140017"/>
              </a:xfrm>
              <a:custGeom>
                <a:rect b="b" l="l" r="r" t="t"/>
                <a:pathLst>
                  <a:path extrusionOk="0" h="140017" w="189833">
                    <a:moveTo>
                      <a:pt x="119825" y="140018"/>
                    </a:moveTo>
                    <a:lnTo>
                      <a:pt x="70009" y="140018"/>
                    </a:lnTo>
                    <a:cubicBezTo>
                      <a:pt x="31432" y="140018"/>
                      <a:pt x="0" y="108585"/>
                      <a:pt x="0" y="70009"/>
                    </a:cubicBezTo>
                    <a:lnTo>
                      <a:pt x="19050" y="70009"/>
                    </a:lnTo>
                    <a:cubicBezTo>
                      <a:pt x="19050" y="98107"/>
                      <a:pt x="41910" y="120968"/>
                      <a:pt x="70009" y="120968"/>
                    </a:cubicBezTo>
                    <a:lnTo>
                      <a:pt x="119825" y="120968"/>
                    </a:lnTo>
                    <a:cubicBezTo>
                      <a:pt x="147923" y="120968"/>
                      <a:pt x="170783" y="98107"/>
                      <a:pt x="170783" y="70009"/>
                    </a:cubicBezTo>
                    <a:cubicBezTo>
                      <a:pt x="170783" y="41910"/>
                      <a:pt x="147828" y="19050"/>
                      <a:pt x="119825" y="19050"/>
                    </a:cubicBezTo>
                    <a:lnTo>
                      <a:pt x="70009" y="19050"/>
                    </a:lnTo>
                    <a:lnTo>
                      <a:pt x="70009" y="0"/>
                    </a:lnTo>
                    <a:lnTo>
                      <a:pt x="119825" y="0"/>
                    </a:lnTo>
                    <a:cubicBezTo>
                      <a:pt x="158401" y="0"/>
                      <a:pt x="189833" y="31432"/>
                      <a:pt x="189833" y="70009"/>
                    </a:cubicBezTo>
                    <a:cubicBezTo>
                      <a:pt x="189738" y="108585"/>
                      <a:pt x="158401" y="140018"/>
                      <a:pt x="119825" y="140018"/>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80" name="Google Shape;1280;g32268d58d69_0_3331"/>
              <p:cNvSpPr/>
              <p:nvPr/>
            </p:nvSpPr>
            <p:spPr>
              <a:xfrm>
                <a:off x="6084887" y="3252025"/>
                <a:ext cx="19050" cy="353948"/>
              </a:xfrm>
              <a:custGeom>
                <a:rect b="b" l="l" r="r" t="t"/>
                <a:pathLst>
                  <a:path extrusionOk="0" h="353948" w="19050">
                    <a:moveTo>
                      <a:pt x="0" y="0"/>
                    </a:moveTo>
                    <a:lnTo>
                      <a:pt x="19050" y="0"/>
                    </a:lnTo>
                    <a:lnTo>
                      <a:pt x="19050" y="353949"/>
                    </a:lnTo>
                    <a:lnTo>
                      <a:pt x="0" y="353949"/>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grpSp>
        <p:nvGrpSpPr>
          <p:cNvPr id="1281" name="Google Shape;1281;g32268d58d69_0_3331"/>
          <p:cNvGrpSpPr/>
          <p:nvPr/>
        </p:nvGrpSpPr>
        <p:grpSpPr>
          <a:xfrm>
            <a:off x="3997501" y="3467787"/>
            <a:ext cx="237043" cy="236990"/>
            <a:chOff x="5827712" y="3162300"/>
            <a:chExt cx="533400" cy="533400"/>
          </a:xfrm>
        </p:grpSpPr>
        <p:sp>
          <p:nvSpPr>
            <p:cNvPr id="1282" name="Google Shape;1282;g32268d58d69_0_3331"/>
            <p:cNvSpPr/>
            <p:nvPr/>
          </p:nvSpPr>
          <p:spPr>
            <a:xfrm>
              <a:off x="5827712" y="3162300"/>
              <a:ext cx="533400" cy="533400"/>
            </a:xfrm>
            <a:custGeom>
              <a:rect b="b" l="l" r="r" t="t"/>
              <a:pathLst>
                <a:path extrusionOk="0" h="533400" w="533400">
                  <a:moveTo>
                    <a:pt x="266700" y="533400"/>
                  </a:moveTo>
                  <a:cubicBezTo>
                    <a:pt x="119634" y="533400"/>
                    <a:pt x="0" y="413766"/>
                    <a:pt x="0" y="266700"/>
                  </a:cubicBezTo>
                  <a:cubicBezTo>
                    <a:pt x="0" y="119634"/>
                    <a:pt x="119634" y="0"/>
                    <a:pt x="266700" y="0"/>
                  </a:cubicBezTo>
                  <a:cubicBezTo>
                    <a:pt x="413766" y="0"/>
                    <a:pt x="533400" y="119634"/>
                    <a:pt x="533400" y="266700"/>
                  </a:cubicBezTo>
                  <a:cubicBezTo>
                    <a:pt x="533400" y="413766"/>
                    <a:pt x="413766" y="533400"/>
                    <a:pt x="266700" y="533400"/>
                  </a:cubicBezTo>
                  <a:close/>
                  <a:moveTo>
                    <a:pt x="266700" y="19050"/>
                  </a:moveTo>
                  <a:cubicBezTo>
                    <a:pt x="130112" y="19050"/>
                    <a:pt x="19050" y="130112"/>
                    <a:pt x="19050" y="266700"/>
                  </a:cubicBezTo>
                  <a:cubicBezTo>
                    <a:pt x="19050" y="403289"/>
                    <a:pt x="130112" y="514350"/>
                    <a:pt x="266700" y="514350"/>
                  </a:cubicBezTo>
                  <a:cubicBezTo>
                    <a:pt x="403289" y="514350"/>
                    <a:pt x="514350" y="403289"/>
                    <a:pt x="514350" y="266700"/>
                  </a:cubicBezTo>
                  <a:cubicBezTo>
                    <a:pt x="514350" y="130112"/>
                    <a:pt x="403289" y="19050"/>
                    <a:pt x="266700" y="19050"/>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83" name="Google Shape;1283;g32268d58d69_0_3331"/>
            <p:cNvSpPr/>
            <p:nvPr/>
          </p:nvSpPr>
          <p:spPr>
            <a:xfrm>
              <a:off x="6010020" y="3294316"/>
              <a:ext cx="221265" cy="272224"/>
            </a:xfrm>
            <a:custGeom>
              <a:rect b="b" l="l" r="r" t="t"/>
              <a:pathLst>
                <a:path extrusionOk="0" h="272224" w="221265">
                  <a:moveTo>
                    <a:pt x="0" y="272225"/>
                  </a:moveTo>
                  <a:lnTo>
                    <a:pt x="0" y="0"/>
                  </a:lnTo>
                  <a:lnTo>
                    <a:pt x="221266" y="136112"/>
                  </a:lnTo>
                  <a:lnTo>
                    <a:pt x="0" y="272225"/>
                  </a:lnTo>
                  <a:close/>
                  <a:moveTo>
                    <a:pt x="19050" y="34100"/>
                  </a:moveTo>
                  <a:lnTo>
                    <a:pt x="19050" y="238220"/>
                  </a:lnTo>
                  <a:lnTo>
                    <a:pt x="184976" y="136208"/>
                  </a:lnTo>
                  <a:lnTo>
                    <a:pt x="19050" y="3410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284" name="Google Shape;1284;g32268d58d69_0_3331"/>
          <p:cNvGrpSpPr/>
          <p:nvPr/>
        </p:nvGrpSpPr>
        <p:grpSpPr>
          <a:xfrm>
            <a:off x="4006488" y="4074806"/>
            <a:ext cx="168235" cy="266047"/>
            <a:chOff x="5903924" y="3364760"/>
            <a:chExt cx="232240" cy="367367"/>
          </a:xfrm>
        </p:grpSpPr>
        <p:sp>
          <p:nvSpPr>
            <p:cNvPr id="1285" name="Google Shape;1285;g32268d58d69_0_3331"/>
            <p:cNvSpPr/>
            <p:nvPr/>
          </p:nvSpPr>
          <p:spPr>
            <a:xfrm>
              <a:off x="5903924" y="3364760"/>
              <a:ext cx="232240" cy="367367"/>
            </a:xfrm>
            <a:custGeom>
              <a:rect b="b" l="l" r="r" t="t"/>
              <a:pathLst>
                <a:path extrusionOk="0" h="367367" w="232240">
                  <a:moveTo>
                    <a:pt x="116120" y="367368"/>
                  </a:moveTo>
                  <a:lnTo>
                    <a:pt x="10079" y="163243"/>
                  </a:lnTo>
                  <a:cubicBezTo>
                    <a:pt x="-5952" y="127203"/>
                    <a:pt x="-2722" y="85917"/>
                    <a:pt x="18786" y="52877"/>
                  </a:cubicBezTo>
                  <a:cubicBezTo>
                    <a:pt x="40294" y="19836"/>
                    <a:pt x="76621" y="0"/>
                    <a:pt x="116120" y="0"/>
                  </a:cubicBezTo>
                  <a:cubicBezTo>
                    <a:pt x="155619" y="0"/>
                    <a:pt x="191946" y="19778"/>
                    <a:pt x="213454" y="52877"/>
                  </a:cubicBezTo>
                  <a:cubicBezTo>
                    <a:pt x="234962" y="85975"/>
                    <a:pt x="238192" y="127261"/>
                    <a:pt x="222161" y="163300"/>
                  </a:cubicBezTo>
                  <a:lnTo>
                    <a:pt x="116120" y="367368"/>
                  </a:lnTo>
                  <a:close/>
                  <a:moveTo>
                    <a:pt x="20516" y="158399"/>
                  </a:moveTo>
                  <a:lnTo>
                    <a:pt x="116062" y="342342"/>
                  </a:lnTo>
                  <a:lnTo>
                    <a:pt x="211724" y="158226"/>
                  </a:lnTo>
                  <a:cubicBezTo>
                    <a:pt x="226025" y="126050"/>
                    <a:pt x="223084" y="88916"/>
                    <a:pt x="203767" y="59104"/>
                  </a:cubicBezTo>
                  <a:cubicBezTo>
                    <a:pt x="184392" y="29350"/>
                    <a:pt x="151640" y="11533"/>
                    <a:pt x="116120" y="11533"/>
                  </a:cubicBezTo>
                  <a:cubicBezTo>
                    <a:pt x="80600" y="11533"/>
                    <a:pt x="47790" y="29350"/>
                    <a:pt x="28415" y="59104"/>
                  </a:cubicBezTo>
                  <a:cubicBezTo>
                    <a:pt x="9098" y="88858"/>
                    <a:pt x="6158" y="125993"/>
                    <a:pt x="20516" y="158399"/>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86" name="Google Shape;1286;g32268d58d69_0_3331"/>
            <p:cNvSpPr/>
            <p:nvPr/>
          </p:nvSpPr>
          <p:spPr>
            <a:xfrm>
              <a:off x="5965495" y="3424613"/>
              <a:ext cx="109097" cy="109097"/>
            </a:xfrm>
            <a:custGeom>
              <a:rect b="b" l="l" r="r" t="t"/>
              <a:pathLst>
                <a:path extrusionOk="0" h="109097" w="109097">
                  <a:moveTo>
                    <a:pt x="54549" y="109097"/>
                  </a:moveTo>
                  <a:cubicBezTo>
                    <a:pt x="24507" y="109097"/>
                    <a:pt x="0" y="84649"/>
                    <a:pt x="0" y="54549"/>
                  </a:cubicBezTo>
                  <a:lnTo>
                    <a:pt x="11533" y="54549"/>
                  </a:lnTo>
                  <a:cubicBezTo>
                    <a:pt x="11533" y="78248"/>
                    <a:pt x="30792" y="97565"/>
                    <a:pt x="54549" y="97565"/>
                  </a:cubicBezTo>
                  <a:cubicBezTo>
                    <a:pt x="78248" y="97565"/>
                    <a:pt x="97565" y="78306"/>
                    <a:pt x="97565" y="54549"/>
                  </a:cubicBezTo>
                  <a:cubicBezTo>
                    <a:pt x="97565" y="30849"/>
                    <a:pt x="78306" y="11533"/>
                    <a:pt x="54549" y="11533"/>
                  </a:cubicBezTo>
                  <a:lnTo>
                    <a:pt x="54549" y="0"/>
                  </a:lnTo>
                  <a:cubicBezTo>
                    <a:pt x="84591" y="0"/>
                    <a:pt x="109097" y="24449"/>
                    <a:pt x="109097" y="54549"/>
                  </a:cubicBezTo>
                  <a:cubicBezTo>
                    <a:pt x="109097" y="84649"/>
                    <a:pt x="84591" y="109097"/>
                    <a:pt x="54549" y="109097"/>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287" name="Google Shape;1287;g32268d58d69_0_3331"/>
          <p:cNvGrpSpPr/>
          <p:nvPr/>
        </p:nvGrpSpPr>
        <p:grpSpPr>
          <a:xfrm>
            <a:off x="3991285" y="2923053"/>
            <a:ext cx="248601" cy="202929"/>
            <a:chOff x="5789611" y="3181349"/>
            <a:chExt cx="646726" cy="528049"/>
          </a:xfrm>
        </p:grpSpPr>
        <p:grpSp>
          <p:nvGrpSpPr>
            <p:cNvPr id="1288" name="Google Shape;1288;g32268d58d69_0_3331"/>
            <p:cNvGrpSpPr/>
            <p:nvPr/>
          </p:nvGrpSpPr>
          <p:grpSpPr>
            <a:xfrm>
              <a:off x="5980021" y="3237639"/>
              <a:ext cx="187566" cy="238166"/>
              <a:chOff x="5980021" y="3237639"/>
              <a:chExt cx="187566" cy="238166"/>
            </a:xfrm>
          </p:grpSpPr>
          <p:sp>
            <p:nvSpPr>
              <p:cNvPr id="1289" name="Google Shape;1289;g32268d58d69_0_3331"/>
              <p:cNvSpPr/>
              <p:nvPr/>
            </p:nvSpPr>
            <p:spPr>
              <a:xfrm>
                <a:off x="5980021" y="3382022"/>
                <a:ext cx="187566" cy="93783"/>
              </a:xfrm>
              <a:custGeom>
                <a:rect b="b" l="l" r="r" t="t"/>
                <a:pathLst>
                  <a:path extrusionOk="0" h="93783" w="187566">
                    <a:moveTo>
                      <a:pt x="187566" y="93783"/>
                    </a:moveTo>
                    <a:lnTo>
                      <a:pt x="167245" y="93783"/>
                    </a:lnTo>
                    <a:cubicBezTo>
                      <a:pt x="167245" y="53242"/>
                      <a:pt x="134324" y="20321"/>
                      <a:pt x="93783" y="20321"/>
                    </a:cubicBezTo>
                    <a:cubicBezTo>
                      <a:pt x="53242" y="20321"/>
                      <a:pt x="20321" y="53242"/>
                      <a:pt x="20321" y="93783"/>
                    </a:cubicBezTo>
                    <a:lnTo>
                      <a:pt x="0" y="93783"/>
                    </a:lnTo>
                    <a:cubicBezTo>
                      <a:pt x="0" y="42065"/>
                      <a:pt x="42065" y="0"/>
                      <a:pt x="93783" y="0"/>
                    </a:cubicBezTo>
                    <a:cubicBezTo>
                      <a:pt x="145501" y="0"/>
                      <a:pt x="187566" y="42065"/>
                      <a:pt x="187566" y="93783"/>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90" name="Google Shape;1290;g32268d58d69_0_3331"/>
              <p:cNvSpPr/>
              <p:nvPr/>
            </p:nvSpPr>
            <p:spPr>
              <a:xfrm>
                <a:off x="6015685" y="3237639"/>
                <a:ext cx="116441" cy="116441"/>
              </a:xfrm>
              <a:custGeom>
                <a:rect b="b" l="l" r="r" t="t"/>
                <a:pathLst>
                  <a:path extrusionOk="0" h="116441" w="116441">
                    <a:moveTo>
                      <a:pt x="58221" y="116441"/>
                    </a:moveTo>
                    <a:cubicBezTo>
                      <a:pt x="26113" y="116441"/>
                      <a:pt x="0" y="90328"/>
                      <a:pt x="0" y="58221"/>
                    </a:cubicBezTo>
                    <a:cubicBezTo>
                      <a:pt x="0" y="26113"/>
                      <a:pt x="26113" y="0"/>
                      <a:pt x="58221" y="0"/>
                    </a:cubicBezTo>
                    <a:cubicBezTo>
                      <a:pt x="90328" y="0"/>
                      <a:pt x="116441" y="26113"/>
                      <a:pt x="116441" y="58221"/>
                    </a:cubicBezTo>
                    <a:cubicBezTo>
                      <a:pt x="116441" y="90328"/>
                      <a:pt x="90328" y="116441"/>
                      <a:pt x="58221" y="116441"/>
                    </a:cubicBezTo>
                    <a:close/>
                    <a:moveTo>
                      <a:pt x="58221" y="20423"/>
                    </a:moveTo>
                    <a:cubicBezTo>
                      <a:pt x="37290" y="20423"/>
                      <a:pt x="20321" y="37391"/>
                      <a:pt x="20321" y="58322"/>
                    </a:cubicBezTo>
                    <a:cubicBezTo>
                      <a:pt x="20321" y="79253"/>
                      <a:pt x="37290" y="96222"/>
                      <a:pt x="58221" y="96222"/>
                    </a:cubicBezTo>
                    <a:cubicBezTo>
                      <a:pt x="79152" y="96222"/>
                      <a:pt x="96120" y="79253"/>
                      <a:pt x="96120" y="58322"/>
                    </a:cubicBezTo>
                    <a:cubicBezTo>
                      <a:pt x="96120" y="37391"/>
                      <a:pt x="79050" y="20423"/>
                      <a:pt x="58221" y="20423"/>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1291" name="Google Shape;1291;g32268d58d69_0_3331"/>
            <p:cNvSpPr/>
            <p:nvPr/>
          </p:nvSpPr>
          <p:spPr>
            <a:xfrm>
              <a:off x="6219102" y="3348390"/>
              <a:ext cx="217235" cy="361008"/>
            </a:xfrm>
            <a:custGeom>
              <a:rect b="b" l="l" r="r" t="t"/>
              <a:pathLst>
                <a:path extrusionOk="0" h="361008" w="217235">
                  <a:moveTo>
                    <a:pt x="164196" y="361009"/>
                  </a:moveTo>
                  <a:lnTo>
                    <a:pt x="53039" y="361009"/>
                  </a:lnTo>
                  <a:cubicBezTo>
                    <a:pt x="23776" y="361009"/>
                    <a:pt x="0" y="337233"/>
                    <a:pt x="0" y="307970"/>
                  </a:cubicBezTo>
                  <a:lnTo>
                    <a:pt x="0" y="53039"/>
                  </a:lnTo>
                  <a:cubicBezTo>
                    <a:pt x="0" y="23776"/>
                    <a:pt x="23776" y="0"/>
                    <a:pt x="53039" y="0"/>
                  </a:cubicBezTo>
                  <a:lnTo>
                    <a:pt x="164196" y="0"/>
                  </a:lnTo>
                  <a:cubicBezTo>
                    <a:pt x="193459" y="0"/>
                    <a:pt x="217235" y="23776"/>
                    <a:pt x="217235" y="53039"/>
                  </a:cubicBezTo>
                  <a:lnTo>
                    <a:pt x="217235" y="307970"/>
                  </a:lnTo>
                  <a:cubicBezTo>
                    <a:pt x="217235" y="337233"/>
                    <a:pt x="193459" y="361009"/>
                    <a:pt x="164196" y="361009"/>
                  </a:cubicBezTo>
                  <a:close/>
                  <a:moveTo>
                    <a:pt x="53039" y="20321"/>
                  </a:moveTo>
                  <a:cubicBezTo>
                    <a:pt x="34953" y="20321"/>
                    <a:pt x="20321" y="34953"/>
                    <a:pt x="20321" y="53039"/>
                  </a:cubicBezTo>
                  <a:lnTo>
                    <a:pt x="20321" y="307970"/>
                  </a:lnTo>
                  <a:cubicBezTo>
                    <a:pt x="20321" y="326056"/>
                    <a:pt x="34953" y="340687"/>
                    <a:pt x="53039" y="340687"/>
                  </a:cubicBezTo>
                  <a:lnTo>
                    <a:pt x="164196" y="340687"/>
                  </a:lnTo>
                  <a:cubicBezTo>
                    <a:pt x="182282" y="340687"/>
                    <a:pt x="196914" y="326056"/>
                    <a:pt x="196914" y="307970"/>
                  </a:cubicBezTo>
                  <a:lnTo>
                    <a:pt x="196914" y="53039"/>
                  </a:lnTo>
                  <a:cubicBezTo>
                    <a:pt x="196914" y="34953"/>
                    <a:pt x="182282" y="20321"/>
                    <a:pt x="164196" y="20321"/>
                  </a:cubicBezTo>
                  <a:lnTo>
                    <a:pt x="53039" y="20321"/>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1292" name="Google Shape;1292;g32268d58d69_0_3331"/>
            <p:cNvGrpSpPr/>
            <p:nvPr/>
          </p:nvGrpSpPr>
          <p:grpSpPr>
            <a:xfrm>
              <a:off x="5789611" y="3181349"/>
              <a:ext cx="568489" cy="483850"/>
              <a:chOff x="5789611" y="3181349"/>
              <a:chExt cx="568489" cy="483850"/>
            </a:xfrm>
          </p:grpSpPr>
          <p:grpSp>
            <p:nvGrpSpPr>
              <p:cNvPr id="1293" name="Google Shape;1293;g32268d58d69_0_3331"/>
              <p:cNvGrpSpPr/>
              <p:nvPr/>
            </p:nvGrpSpPr>
            <p:grpSpPr>
              <a:xfrm>
                <a:off x="5980631" y="3599765"/>
                <a:ext cx="186448" cy="65434"/>
                <a:chOff x="5980631" y="3599765"/>
                <a:chExt cx="186448" cy="65434"/>
              </a:xfrm>
            </p:grpSpPr>
            <p:sp>
              <p:nvSpPr>
                <p:cNvPr id="1294" name="Google Shape;1294;g32268d58d69_0_3331"/>
                <p:cNvSpPr/>
                <p:nvPr/>
              </p:nvSpPr>
              <p:spPr>
                <a:xfrm>
                  <a:off x="5980631" y="3644878"/>
                  <a:ext cx="186448" cy="20321"/>
                </a:xfrm>
                <a:custGeom>
                  <a:rect b="b" l="l" r="r" t="t"/>
                  <a:pathLst>
                    <a:path extrusionOk="0" h="20321" w="186448">
                      <a:moveTo>
                        <a:pt x="0" y="0"/>
                      </a:moveTo>
                      <a:lnTo>
                        <a:pt x="186448" y="0"/>
                      </a:lnTo>
                      <a:lnTo>
                        <a:pt x="186448" y="20321"/>
                      </a:lnTo>
                      <a:lnTo>
                        <a:pt x="0" y="20321"/>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95" name="Google Shape;1295;g32268d58d69_0_3331"/>
                <p:cNvSpPr/>
                <p:nvPr/>
              </p:nvSpPr>
              <p:spPr>
                <a:xfrm>
                  <a:off x="6063745" y="3599765"/>
                  <a:ext cx="20321" cy="55274"/>
                </a:xfrm>
                <a:custGeom>
                  <a:rect b="b" l="l" r="r" t="t"/>
                  <a:pathLst>
                    <a:path extrusionOk="0" h="55274" w="20321">
                      <a:moveTo>
                        <a:pt x="0" y="0"/>
                      </a:moveTo>
                      <a:lnTo>
                        <a:pt x="20321" y="0"/>
                      </a:lnTo>
                      <a:lnTo>
                        <a:pt x="20321" y="55274"/>
                      </a:lnTo>
                      <a:lnTo>
                        <a:pt x="0" y="55274"/>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1296" name="Google Shape;1296;g32268d58d69_0_3331"/>
              <p:cNvSpPr/>
              <p:nvPr/>
            </p:nvSpPr>
            <p:spPr>
              <a:xfrm>
                <a:off x="5789611" y="3181349"/>
                <a:ext cx="568489" cy="398603"/>
              </a:xfrm>
              <a:custGeom>
                <a:rect b="b" l="l" r="r" t="t"/>
                <a:pathLst>
                  <a:path extrusionOk="0" h="398603" w="568489">
                    <a:moveTo>
                      <a:pt x="409475" y="398603"/>
                    </a:moveTo>
                    <a:lnTo>
                      <a:pt x="36477" y="398603"/>
                    </a:lnTo>
                    <a:cubicBezTo>
                      <a:pt x="16359" y="398603"/>
                      <a:pt x="0" y="382245"/>
                      <a:pt x="0" y="362126"/>
                    </a:cubicBezTo>
                    <a:lnTo>
                      <a:pt x="0" y="36477"/>
                    </a:lnTo>
                    <a:cubicBezTo>
                      <a:pt x="0" y="16359"/>
                      <a:pt x="16359" y="0"/>
                      <a:pt x="36477" y="0"/>
                    </a:cubicBezTo>
                    <a:lnTo>
                      <a:pt x="532013" y="0"/>
                    </a:lnTo>
                    <a:cubicBezTo>
                      <a:pt x="552131" y="0"/>
                      <a:pt x="568490" y="16359"/>
                      <a:pt x="568490" y="36477"/>
                    </a:cubicBezTo>
                    <a:lnTo>
                      <a:pt x="568490" y="147127"/>
                    </a:lnTo>
                    <a:lnTo>
                      <a:pt x="548676" y="147127"/>
                    </a:lnTo>
                    <a:lnTo>
                      <a:pt x="548676" y="36477"/>
                    </a:lnTo>
                    <a:cubicBezTo>
                      <a:pt x="548676" y="27332"/>
                      <a:pt x="541157" y="19813"/>
                      <a:pt x="532013" y="19813"/>
                    </a:cubicBezTo>
                    <a:lnTo>
                      <a:pt x="36477" y="19813"/>
                    </a:lnTo>
                    <a:cubicBezTo>
                      <a:pt x="27332" y="19813"/>
                      <a:pt x="19813" y="27332"/>
                      <a:pt x="19813" y="36477"/>
                    </a:cubicBezTo>
                    <a:lnTo>
                      <a:pt x="19813" y="362126"/>
                    </a:lnTo>
                    <a:cubicBezTo>
                      <a:pt x="19813" y="371373"/>
                      <a:pt x="27332" y="378790"/>
                      <a:pt x="36477" y="378790"/>
                    </a:cubicBezTo>
                    <a:lnTo>
                      <a:pt x="409475" y="378790"/>
                    </a:lnTo>
                    <a:lnTo>
                      <a:pt x="409475" y="398603"/>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1297" name="Google Shape;1297;g32268d58d69_0_3331"/>
            <p:cNvSpPr/>
            <p:nvPr/>
          </p:nvSpPr>
          <p:spPr>
            <a:xfrm>
              <a:off x="6219102" y="3348390"/>
              <a:ext cx="217235" cy="361008"/>
            </a:xfrm>
            <a:custGeom>
              <a:rect b="b" l="l" r="r" t="t"/>
              <a:pathLst>
                <a:path extrusionOk="0" h="361008" w="217235">
                  <a:moveTo>
                    <a:pt x="164196" y="361009"/>
                  </a:moveTo>
                  <a:lnTo>
                    <a:pt x="53039" y="361009"/>
                  </a:lnTo>
                  <a:cubicBezTo>
                    <a:pt x="23776" y="361009"/>
                    <a:pt x="0" y="337233"/>
                    <a:pt x="0" y="307970"/>
                  </a:cubicBezTo>
                  <a:lnTo>
                    <a:pt x="0" y="53039"/>
                  </a:lnTo>
                  <a:cubicBezTo>
                    <a:pt x="0" y="23776"/>
                    <a:pt x="23776" y="0"/>
                    <a:pt x="53039" y="0"/>
                  </a:cubicBezTo>
                  <a:lnTo>
                    <a:pt x="164196" y="0"/>
                  </a:lnTo>
                  <a:cubicBezTo>
                    <a:pt x="193459" y="0"/>
                    <a:pt x="217235" y="23776"/>
                    <a:pt x="217235" y="53039"/>
                  </a:cubicBezTo>
                  <a:lnTo>
                    <a:pt x="217235" y="307970"/>
                  </a:lnTo>
                  <a:cubicBezTo>
                    <a:pt x="217235" y="337233"/>
                    <a:pt x="193459" y="361009"/>
                    <a:pt x="164196" y="361009"/>
                  </a:cubicBezTo>
                  <a:close/>
                  <a:moveTo>
                    <a:pt x="53039" y="20321"/>
                  </a:moveTo>
                  <a:cubicBezTo>
                    <a:pt x="34953" y="20321"/>
                    <a:pt x="20321" y="34953"/>
                    <a:pt x="20321" y="53039"/>
                  </a:cubicBezTo>
                  <a:lnTo>
                    <a:pt x="20321" y="307970"/>
                  </a:lnTo>
                  <a:cubicBezTo>
                    <a:pt x="20321" y="326056"/>
                    <a:pt x="34953" y="340687"/>
                    <a:pt x="53039" y="340687"/>
                  </a:cubicBezTo>
                  <a:lnTo>
                    <a:pt x="164196" y="340687"/>
                  </a:lnTo>
                  <a:cubicBezTo>
                    <a:pt x="182282" y="340687"/>
                    <a:pt x="196914" y="326056"/>
                    <a:pt x="196914" y="307970"/>
                  </a:cubicBezTo>
                  <a:lnTo>
                    <a:pt x="196914" y="53039"/>
                  </a:lnTo>
                  <a:cubicBezTo>
                    <a:pt x="196914" y="34953"/>
                    <a:pt x="182282" y="20321"/>
                    <a:pt x="164196" y="20321"/>
                  </a:cubicBezTo>
                  <a:lnTo>
                    <a:pt x="53039" y="20321"/>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298" name="Google Shape;1298;g32268d58d69_0_3331"/>
            <p:cNvSpPr/>
            <p:nvPr/>
          </p:nvSpPr>
          <p:spPr>
            <a:xfrm>
              <a:off x="6313393" y="3636851"/>
              <a:ext cx="28653" cy="28653"/>
            </a:xfrm>
            <a:custGeom>
              <a:rect b="b" l="l" r="r" t="t"/>
              <a:pathLst>
                <a:path extrusionOk="0" h="28653" w="28653">
                  <a:moveTo>
                    <a:pt x="14327" y="28653"/>
                  </a:moveTo>
                  <a:cubicBezTo>
                    <a:pt x="6401" y="28653"/>
                    <a:pt x="0" y="22252"/>
                    <a:pt x="0" y="14327"/>
                  </a:cubicBezTo>
                  <a:cubicBezTo>
                    <a:pt x="0" y="6401"/>
                    <a:pt x="6401" y="0"/>
                    <a:pt x="14327" y="0"/>
                  </a:cubicBezTo>
                  <a:cubicBezTo>
                    <a:pt x="22252" y="0"/>
                    <a:pt x="28653" y="6401"/>
                    <a:pt x="28653" y="14327"/>
                  </a:cubicBezTo>
                  <a:cubicBezTo>
                    <a:pt x="28653" y="22252"/>
                    <a:pt x="22252" y="28653"/>
                    <a:pt x="14327" y="28653"/>
                  </a:cubicBezTo>
                  <a:close/>
                  <a:moveTo>
                    <a:pt x="14327" y="8332"/>
                  </a:moveTo>
                  <a:cubicBezTo>
                    <a:pt x="10974" y="8332"/>
                    <a:pt x="8332" y="11075"/>
                    <a:pt x="8332" y="14327"/>
                  </a:cubicBezTo>
                  <a:cubicBezTo>
                    <a:pt x="8332" y="17578"/>
                    <a:pt x="11075" y="20321"/>
                    <a:pt x="14327" y="20321"/>
                  </a:cubicBezTo>
                  <a:cubicBezTo>
                    <a:pt x="17578" y="20321"/>
                    <a:pt x="20321" y="17578"/>
                    <a:pt x="20321" y="14327"/>
                  </a:cubicBezTo>
                  <a:cubicBezTo>
                    <a:pt x="20321" y="11075"/>
                    <a:pt x="17680" y="8332"/>
                    <a:pt x="14327" y="8332"/>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299" name="Google Shape;1299;g32268d58d69_0_3331"/>
          <p:cNvGrpSpPr/>
          <p:nvPr/>
        </p:nvGrpSpPr>
        <p:grpSpPr>
          <a:xfrm>
            <a:off x="1359544" y="3388307"/>
            <a:ext cx="349949" cy="460409"/>
            <a:chOff x="1510351" y="3401991"/>
            <a:chExt cx="349949" cy="460547"/>
          </a:xfrm>
        </p:grpSpPr>
        <p:sp>
          <p:nvSpPr>
            <p:cNvPr id="1300" name="Google Shape;1300;g32268d58d69_0_3331"/>
            <p:cNvSpPr/>
            <p:nvPr/>
          </p:nvSpPr>
          <p:spPr>
            <a:xfrm>
              <a:off x="1510351" y="3569908"/>
              <a:ext cx="122456" cy="122456"/>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01" name="Google Shape;1301;g32268d58d69_0_3331"/>
            <p:cNvSpPr/>
            <p:nvPr/>
          </p:nvSpPr>
          <p:spPr>
            <a:xfrm>
              <a:off x="1737844" y="3740082"/>
              <a:ext cx="122456" cy="122456"/>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02" name="Google Shape;1302;g32268d58d69_0_3331"/>
            <p:cNvSpPr/>
            <p:nvPr/>
          </p:nvSpPr>
          <p:spPr>
            <a:xfrm>
              <a:off x="1736947" y="3401991"/>
              <a:ext cx="122456" cy="122456"/>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nvGrpSpPr>
          <p:cNvPr id="1303" name="Google Shape;1303;g32268d58d69_0_3331"/>
          <p:cNvGrpSpPr/>
          <p:nvPr/>
        </p:nvGrpSpPr>
        <p:grpSpPr>
          <a:xfrm>
            <a:off x="10250018" y="3895155"/>
            <a:ext cx="272490" cy="334809"/>
            <a:chOff x="5889624" y="3176587"/>
            <a:chExt cx="409574" cy="503396"/>
          </a:xfrm>
        </p:grpSpPr>
        <p:sp>
          <p:nvSpPr>
            <p:cNvPr id="1304" name="Google Shape;1304;g32268d58d69_0_3331"/>
            <p:cNvSpPr/>
            <p:nvPr/>
          </p:nvSpPr>
          <p:spPr>
            <a:xfrm>
              <a:off x="6048691" y="3280790"/>
              <a:ext cx="137731" cy="100774"/>
            </a:xfrm>
            <a:custGeom>
              <a:rect b="b" l="l" r="r" t="t"/>
              <a:pathLst>
                <a:path extrusionOk="0" h="100774" w="137731">
                  <a:moveTo>
                    <a:pt x="50482" y="100775"/>
                  </a:moveTo>
                  <a:lnTo>
                    <a:pt x="0" y="50387"/>
                  </a:lnTo>
                  <a:lnTo>
                    <a:pt x="13526" y="36862"/>
                  </a:lnTo>
                  <a:lnTo>
                    <a:pt x="50482" y="73819"/>
                  </a:lnTo>
                  <a:lnTo>
                    <a:pt x="124301" y="0"/>
                  </a:lnTo>
                  <a:lnTo>
                    <a:pt x="137731" y="1343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1305" name="Google Shape;1305;g32268d58d69_0_3331"/>
            <p:cNvGrpSpPr/>
            <p:nvPr/>
          </p:nvGrpSpPr>
          <p:grpSpPr>
            <a:xfrm>
              <a:off x="5916865" y="3176587"/>
              <a:ext cx="382333" cy="503396"/>
              <a:chOff x="5916865" y="3176587"/>
              <a:chExt cx="382333" cy="503396"/>
            </a:xfrm>
          </p:grpSpPr>
          <p:sp>
            <p:nvSpPr>
              <p:cNvPr id="1306" name="Google Shape;1306;g32268d58d69_0_3331"/>
              <p:cNvSpPr/>
              <p:nvPr/>
            </p:nvSpPr>
            <p:spPr>
              <a:xfrm>
                <a:off x="5916865" y="3282124"/>
                <a:ext cx="19049" cy="146208"/>
              </a:xfrm>
              <a:custGeom>
                <a:rect b="b" l="l" r="r" t="t"/>
                <a:pathLst>
                  <a:path extrusionOk="0" h="146208" w="19049">
                    <a:moveTo>
                      <a:pt x="0" y="0"/>
                    </a:moveTo>
                    <a:lnTo>
                      <a:pt x="19050" y="0"/>
                    </a:lnTo>
                    <a:lnTo>
                      <a:pt x="19050" y="146209"/>
                    </a:lnTo>
                    <a:lnTo>
                      <a:pt x="0" y="146209"/>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07" name="Google Shape;1307;g32268d58d69_0_3331"/>
              <p:cNvSpPr/>
              <p:nvPr/>
            </p:nvSpPr>
            <p:spPr>
              <a:xfrm>
                <a:off x="5916865" y="3453002"/>
                <a:ext cx="19049" cy="152876"/>
              </a:xfrm>
              <a:custGeom>
                <a:rect b="b" l="l" r="r" t="t"/>
                <a:pathLst>
                  <a:path extrusionOk="0" h="152876" w="19049">
                    <a:moveTo>
                      <a:pt x="0" y="0"/>
                    </a:moveTo>
                    <a:lnTo>
                      <a:pt x="19050" y="0"/>
                    </a:lnTo>
                    <a:lnTo>
                      <a:pt x="19050" y="152876"/>
                    </a:lnTo>
                    <a:lnTo>
                      <a:pt x="0" y="152876"/>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08" name="Google Shape;1308;g32268d58d69_0_3331"/>
              <p:cNvSpPr/>
              <p:nvPr/>
            </p:nvSpPr>
            <p:spPr>
              <a:xfrm>
                <a:off x="5916865" y="3176587"/>
                <a:ext cx="382333" cy="503396"/>
              </a:xfrm>
              <a:custGeom>
                <a:rect b="b" l="l" r="r" t="t"/>
                <a:pathLst>
                  <a:path extrusionOk="0" h="503396" w="382333">
                    <a:moveTo>
                      <a:pt x="339471" y="503396"/>
                    </a:moveTo>
                    <a:lnTo>
                      <a:pt x="0" y="503396"/>
                    </a:lnTo>
                    <a:lnTo>
                      <a:pt x="0" y="447104"/>
                    </a:lnTo>
                    <a:lnTo>
                      <a:pt x="19050" y="447104"/>
                    </a:lnTo>
                    <a:lnTo>
                      <a:pt x="19050" y="484346"/>
                    </a:lnTo>
                    <a:lnTo>
                      <a:pt x="339471" y="484346"/>
                    </a:lnTo>
                    <a:cubicBezTo>
                      <a:pt x="352616" y="484346"/>
                      <a:pt x="363284" y="473678"/>
                      <a:pt x="363284" y="460534"/>
                    </a:cubicBezTo>
                    <a:lnTo>
                      <a:pt x="363284" y="42863"/>
                    </a:lnTo>
                    <a:cubicBezTo>
                      <a:pt x="363284" y="29718"/>
                      <a:pt x="352616" y="19050"/>
                      <a:pt x="339471" y="19050"/>
                    </a:cubicBezTo>
                    <a:lnTo>
                      <a:pt x="19050" y="19050"/>
                    </a:lnTo>
                    <a:lnTo>
                      <a:pt x="19050" y="77153"/>
                    </a:lnTo>
                    <a:lnTo>
                      <a:pt x="0" y="77153"/>
                    </a:lnTo>
                    <a:lnTo>
                      <a:pt x="0" y="0"/>
                    </a:lnTo>
                    <a:lnTo>
                      <a:pt x="339471" y="0"/>
                    </a:lnTo>
                    <a:cubicBezTo>
                      <a:pt x="363093" y="0"/>
                      <a:pt x="382334" y="19241"/>
                      <a:pt x="382334" y="42863"/>
                    </a:cubicBezTo>
                    <a:lnTo>
                      <a:pt x="382334" y="460534"/>
                    </a:lnTo>
                    <a:cubicBezTo>
                      <a:pt x="382334" y="484156"/>
                      <a:pt x="363093" y="503396"/>
                      <a:pt x="339471" y="503396"/>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sp>
          <p:nvSpPr>
            <p:cNvPr id="1309" name="Google Shape;1309;g32268d58d69_0_3331"/>
            <p:cNvSpPr/>
            <p:nvPr/>
          </p:nvSpPr>
          <p:spPr>
            <a:xfrm>
              <a:off x="6012782" y="3450907"/>
              <a:ext cx="209645" cy="19050"/>
            </a:xfrm>
            <a:custGeom>
              <a:rect b="b" l="l" r="r" t="t"/>
              <a:pathLst>
                <a:path extrusionOk="0" h="19050" w="209645">
                  <a:moveTo>
                    <a:pt x="0" y="0"/>
                  </a:moveTo>
                  <a:lnTo>
                    <a:pt x="209645" y="0"/>
                  </a:lnTo>
                  <a:lnTo>
                    <a:pt x="209645"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10" name="Google Shape;1310;g32268d58d69_0_3331"/>
            <p:cNvSpPr/>
            <p:nvPr/>
          </p:nvSpPr>
          <p:spPr>
            <a:xfrm>
              <a:off x="6012782" y="3519106"/>
              <a:ext cx="209645" cy="19050"/>
            </a:xfrm>
            <a:custGeom>
              <a:rect b="b" l="l" r="r" t="t"/>
              <a:pathLst>
                <a:path extrusionOk="0" h="19050" w="209645">
                  <a:moveTo>
                    <a:pt x="0" y="0"/>
                  </a:moveTo>
                  <a:lnTo>
                    <a:pt x="209645" y="0"/>
                  </a:lnTo>
                  <a:lnTo>
                    <a:pt x="209645"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11" name="Google Shape;1311;g32268d58d69_0_3331"/>
            <p:cNvSpPr/>
            <p:nvPr/>
          </p:nvSpPr>
          <p:spPr>
            <a:xfrm>
              <a:off x="6012782" y="3587209"/>
              <a:ext cx="209645" cy="19050"/>
            </a:xfrm>
            <a:custGeom>
              <a:rect b="b" l="l" r="r" t="t"/>
              <a:pathLst>
                <a:path extrusionOk="0" h="19050" w="209645">
                  <a:moveTo>
                    <a:pt x="0" y="0"/>
                  </a:moveTo>
                  <a:lnTo>
                    <a:pt x="209645" y="0"/>
                  </a:lnTo>
                  <a:lnTo>
                    <a:pt x="209645"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12" name="Google Shape;1312;g32268d58d69_0_3331"/>
            <p:cNvSpPr/>
            <p:nvPr/>
          </p:nvSpPr>
          <p:spPr>
            <a:xfrm>
              <a:off x="5889624" y="3244214"/>
              <a:ext cx="73533" cy="19050"/>
            </a:xfrm>
            <a:custGeom>
              <a:rect b="b" l="l" r="r" t="t"/>
              <a:pathLst>
                <a:path extrusionOk="0" h="19050" w="73533">
                  <a:moveTo>
                    <a:pt x="0" y="0"/>
                  </a:moveTo>
                  <a:lnTo>
                    <a:pt x="73533" y="0"/>
                  </a:lnTo>
                  <a:lnTo>
                    <a:pt x="73533"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13" name="Google Shape;1313;g32268d58d69_0_3331"/>
            <p:cNvSpPr/>
            <p:nvPr/>
          </p:nvSpPr>
          <p:spPr>
            <a:xfrm>
              <a:off x="5889624" y="3415664"/>
              <a:ext cx="73533" cy="19050"/>
            </a:xfrm>
            <a:custGeom>
              <a:rect b="b" l="l" r="r" t="t"/>
              <a:pathLst>
                <a:path extrusionOk="0" h="19050" w="73533">
                  <a:moveTo>
                    <a:pt x="0" y="0"/>
                  </a:moveTo>
                  <a:lnTo>
                    <a:pt x="73533" y="0"/>
                  </a:lnTo>
                  <a:lnTo>
                    <a:pt x="73533"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14" name="Google Shape;1314;g32268d58d69_0_3331"/>
            <p:cNvSpPr/>
            <p:nvPr/>
          </p:nvSpPr>
          <p:spPr>
            <a:xfrm>
              <a:off x="5889624" y="3587209"/>
              <a:ext cx="73533" cy="19050"/>
            </a:xfrm>
            <a:custGeom>
              <a:rect b="b" l="l" r="r" t="t"/>
              <a:pathLst>
                <a:path extrusionOk="0" h="19050" w="73533">
                  <a:moveTo>
                    <a:pt x="0" y="0"/>
                  </a:moveTo>
                  <a:lnTo>
                    <a:pt x="73533" y="0"/>
                  </a:lnTo>
                  <a:lnTo>
                    <a:pt x="73533"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cxnSp>
        <p:nvCxnSpPr>
          <p:cNvPr id="1315" name="Google Shape;1315;g32268d58d69_0_3331"/>
          <p:cNvCxnSpPr/>
          <p:nvPr/>
        </p:nvCxnSpPr>
        <p:spPr>
          <a:xfrm>
            <a:off x="8912900" y="2657896"/>
            <a:ext cx="0" cy="2999700"/>
          </a:xfrm>
          <a:prstGeom prst="straightConnector1">
            <a:avLst/>
          </a:prstGeom>
          <a:noFill/>
          <a:ln cap="flat" cmpd="sng" w="9525">
            <a:solidFill>
              <a:srgbClr val="A5AEBF"/>
            </a:solidFill>
            <a:prstDash val="solid"/>
            <a:miter lim="800000"/>
            <a:headEnd len="sm" w="sm" type="none"/>
            <a:tailEnd len="sm" w="sm" type="none"/>
          </a:ln>
        </p:spPr>
      </p:cxnSp>
      <p:sp>
        <p:nvSpPr>
          <p:cNvPr id="1316" name="Google Shape;1316;g32268d58d69_0_3331"/>
          <p:cNvSpPr txBox="1"/>
          <p:nvPr/>
        </p:nvSpPr>
        <p:spPr>
          <a:xfrm>
            <a:off x="9111782" y="5248906"/>
            <a:ext cx="2618100" cy="520500"/>
          </a:xfrm>
          <a:prstGeom prst="rect">
            <a:avLst/>
          </a:prstGeom>
          <a:noFill/>
          <a:ln>
            <a:noFill/>
          </a:ln>
        </p:spPr>
        <p:txBody>
          <a:bodyPr anchorCtr="0" anchor="t" bIns="45675" lIns="91400" spcFirstLastPara="1" rIns="91400" wrap="square" tIns="4567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Cloud Instance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Scale Down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grpSp>
        <p:nvGrpSpPr>
          <p:cNvPr id="1317" name="Google Shape;1317;g32268d58d69_0_3331"/>
          <p:cNvGrpSpPr/>
          <p:nvPr/>
        </p:nvGrpSpPr>
        <p:grpSpPr>
          <a:xfrm>
            <a:off x="10231670" y="4957413"/>
            <a:ext cx="377561" cy="195968"/>
            <a:chOff x="9950176" y="2630611"/>
            <a:chExt cx="637127" cy="330803"/>
          </a:xfrm>
        </p:grpSpPr>
        <p:sp>
          <p:nvSpPr>
            <p:cNvPr id="1318" name="Google Shape;1318;g32268d58d69_0_3331"/>
            <p:cNvSpPr/>
            <p:nvPr/>
          </p:nvSpPr>
          <p:spPr>
            <a:xfrm>
              <a:off x="10026155" y="2706541"/>
              <a:ext cx="125759" cy="171243"/>
            </a:xfrm>
            <a:custGeom>
              <a:rect b="b" l="l" r="r" t="t"/>
              <a:pathLst>
                <a:path extrusionOk="0" h="171243" w="125759">
                  <a:moveTo>
                    <a:pt x="53084" y="171243"/>
                  </a:moveTo>
                  <a:cubicBezTo>
                    <a:pt x="8031" y="151146"/>
                    <a:pt x="-12353" y="98187"/>
                    <a:pt x="7745" y="53133"/>
                  </a:cubicBezTo>
                  <a:cubicBezTo>
                    <a:pt x="17460" y="31321"/>
                    <a:pt x="35082" y="14557"/>
                    <a:pt x="57370" y="5985"/>
                  </a:cubicBezTo>
                  <a:cubicBezTo>
                    <a:pt x="79659" y="-2588"/>
                    <a:pt x="103947" y="-1921"/>
                    <a:pt x="125760" y="7794"/>
                  </a:cubicBezTo>
                  <a:lnTo>
                    <a:pt x="118044" y="25225"/>
                  </a:lnTo>
                  <a:cubicBezTo>
                    <a:pt x="100899" y="17605"/>
                    <a:pt x="81754" y="17034"/>
                    <a:pt x="64133" y="23796"/>
                  </a:cubicBezTo>
                  <a:cubicBezTo>
                    <a:pt x="46607" y="30559"/>
                    <a:pt x="32700" y="43704"/>
                    <a:pt x="25080" y="60849"/>
                  </a:cubicBezTo>
                  <a:cubicBezTo>
                    <a:pt x="9269" y="96282"/>
                    <a:pt x="25271" y="138001"/>
                    <a:pt x="60799" y="153813"/>
                  </a:cubicBezTo>
                  <a:lnTo>
                    <a:pt x="53084" y="171243"/>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4E3EB1"/>
                </a:solidFill>
                <a:latin typeface="Arial"/>
                <a:ea typeface="Arial"/>
                <a:cs typeface="Arial"/>
                <a:sym typeface="Arial"/>
              </a:endParaRPr>
            </a:p>
          </p:txBody>
        </p:sp>
        <p:sp>
          <p:nvSpPr>
            <p:cNvPr id="1319" name="Google Shape;1319;g32268d58d69_0_3331"/>
            <p:cNvSpPr/>
            <p:nvPr/>
          </p:nvSpPr>
          <p:spPr>
            <a:xfrm>
              <a:off x="10026060" y="2706541"/>
              <a:ext cx="178938" cy="178958"/>
            </a:xfrm>
            <a:custGeom>
              <a:rect b="b" l="l" r="r" t="t"/>
              <a:pathLst>
                <a:path extrusionOk="0" h="178958" w="178938">
                  <a:moveTo>
                    <a:pt x="89469" y="178959"/>
                  </a:moveTo>
                  <a:cubicBezTo>
                    <a:pt x="77087" y="178959"/>
                    <a:pt x="64800" y="176387"/>
                    <a:pt x="53084" y="171148"/>
                  </a:cubicBezTo>
                  <a:cubicBezTo>
                    <a:pt x="8031" y="151050"/>
                    <a:pt x="-12353" y="98091"/>
                    <a:pt x="7745" y="53038"/>
                  </a:cubicBezTo>
                  <a:cubicBezTo>
                    <a:pt x="17556" y="31321"/>
                    <a:pt x="35177" y="14557"/>
                    <a:pt x="57465" y="5985"/>
                  </a:cubicBezTo>
                  <a:cubicBezTo>
                    <a:pt x="79754" y="-2588"/>
                    <a:pt x="104043" y="-1921"/>
                    <a:pt x="125855" y="7794"/>
                  </a:cubicBezTo>
                  <a:cubicBezTo>
                    <a:pt x="170908" y="27892"/>
                    <a:pt x="191292" y="80851"/>
                    <a:pt x="171194" y="125904"/>
                  </a:cubicBezTo>
                  <a:cubicBezTo>
                    <a:pt x="161478" y="147717"/>
                    <a:pt x="143857" y="164481"/>
                    <a:pt x="121569" y="173053"/>
                  </a:cubicBezTo>
                  <a:cubicBezTo>
                    <a:pt x="111186" y="176958"/>
                    <a:pt x="100328" y="178959"/>
                    <a:pt x="89469" y="178959"/>
                  </a:cubicBezTo>
                  <a:close/>
                  <a:moveTo>
                    <a:pt x="89565" y="19034"/>
                  </a:moveTo>
                  <a:cubicBezTo>
                    <a:pt x="81087" y="19034"/>
                    <a:pt x="72515" y="20558"/>
                    <a:pt x="64323" y="23796"/>
                  </a:cubicBezTo>
                  <a:cubicBezTo>
                    <a:pt x="46797" y="30559"/>
                    <a:pt x="32891" y="43704"/>
                    <a:pt x="25271" y="60849"/>
                  </a:cubicBezTo>
                  <a:cubicBezTo>
                    <a:pt x="9459" y="96282"/>
                    <a:pt x="25461" y="138001"/>
                    <a:pt x="60990" y="153813"/>
                  </a:cubicBezTo>
                  <a:cubicBezTo>
                    <a:pt x="78135" y="161433"/>
                    <a:pt x="97280" y="162004"/>
                    <a:pt x="114901" y="155241"/>
                  </a:cubicBezTo>
                  <a:cubicBezTo>
                    <a:pt x="132427" y="148479"/>
                    <a:pt x="146334" y="135334"/>
                    <a:pt x="153954" y="118094"/>
                  </a:cubicBezTo>
                  <a:cubicBezTo>
                    <a:pt x="169765" y="82661"/>
                    <a:pt x="153763" y="40941"/>
                    <a:pt x="118235" y="25130"/>
                  </a:cubicBezTo>
                  <a:cubicBezTo>
                    <a:pt x="108996" y="21129"/>
                    <a:pt x="99280" y="19034"/>
                    <a:pt x="89565" y="19034"/>
                  </a:cubicBez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4E3EB1"/>
                </a:solidFill>
                <a:latin typeface="Arial"/>
                <a:ea typeface="Arial"/>
                <a:cs typeface="Arial"/>
                <a:sym typeface="Arial"/>
              </a:endParaRPr>
            </a:p>
          </p:txBody>
        </p:sp>
        <p:sp>
          <p:nvSpPr>
            <p:cNvPr id="1320" name="Google Shape;1320;g32268d58d69_0_3331"/>
            <p:cNvSpPr/>
            <p:nvPr/>
          </p:nvSpPr>
          <p:spPr>
            <a:xfrm>
              <a:off x="10521295" y="2828921"/>
              <a:ext cx="19050" cy="62865"/>
            </a:xfrm>
            <a:custGeom>
              <a:rect b="b" l="l" r="r" t="t"/>
              <a:pathLst>
                <a:path extrusionOk="0" h="62865" w="19050">
                  <a:moveTo>
                    <a:pt x="0" y="0"/>
                  </a:moveTo>
                  <a:lnTo>
                    <a:pt x="19050" y="0"/>
                  </a:lnTo>
                  <a:lnTo>
                    <a:pt x="19050" y="62865"/>
                  </a:lnTo>
                  <a:lnTo>
                    <a:pt x="0" y="62865"/>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4E3EB1"/>
                </a:solidFill>
                <a:latin typeface="Arial"/>
                <a:ea typeface="Arial"/>
                <a:cs typeface="Arial"/>
                <a:sym typeface="Arial"/>
              </a:endParaRPr>
            </a:p>
          </p:txBody>
        </p:sp>
        <p:sp>
          <p:nvSpPr>
            <p:cNvPr id="1321" name="Google Shape;1321;g32268d58d69_0_3331"/>
            <p:cNvSpPr/>
            <p:nvPr/>
          </p:nvSpPr>
          <p:spPr>
            <a:xfrm>
              <a:off x="9950176" y="2630611"/>
              <a:ext cx="637127" cy="330803"/>
            </a:xfrm>
            <a:custGeom>
              <a:rect b="b" l="l" r="r" t="t"/>
              <a:pathLst>
                <a:path extrusionOk="0" h="330803" w="637127">
                  <a:moveTo>
                    <a:pt x="165449" y="330803"/>
                  </a:moveTo>
                  <a:cubicBezTo>
                    <a:pt x="74200" y="330803"/>
                    <a:pt x="0" y="256604"/>
                    <a:pt x="0" y="165449"/>
                  </a:cubicBezTo>
                  <a:cubicBezTo>
                    <a:pt x="0" y="74200"/>
                    <a:pt x="74200" y="0"/>
                    <a:pt x="165449" y="0"/>
                  </a:cubicBezTo>
                  <a:cubicBezTo>
                    <a:pt x="253460" y="0"/>
                    <a:pt x="325660" y="69056"/>
                    <a:pt x="330613" y="155924"/>
                  </a:cubicBezTo>
                  <a:lnTo>
                    <a:pt x="637127" y="155924"/>
                  </a:lnTo>
                  <a:lnTo>
                    <a:pt x="637127" y="270796"/>
                  </a:lnTo>
                  <a:lnTo>
                    <a:pt x="524256" y="270796"/>
                  </a:lnTo>
                  <a:lnTo>
                    <a:pt x="524256" y="174974"/>
                  </a:lnTo>
                  <a:lnTo>
                    <a:pt x="311849" y="174974"/>
                  </a:lnTo>
                  <a:lnTo>
                    <a:pt x="311849" y="165449"/>
                  </a:lnTo>
                  <a:cubicBezTo>
                    <a:pt x="311753" y="84677"/>
                    <a:pt x="246126" y="19050"/>
                    <a:pt x="165449" y="19050"/>
                  </a:cubicBezTo>
                  <a:cubicBezTo>
                    <a:pt x="84773" y="19050"/>
                    <a:pt x="19050" y="84677"/>
                    <a:pt x="19050" y="165449"/>
                  </a:cubicBezTo>
                  <a:cubicBezTo>
                    <a:pt x="19050" y="246126"/>
                    <a:pt x="84677" y="311849"/>
                    <a:pt x="165449" y="311849"/>
                  </a:cubicBezTo>
                  <a:lnTo>
                    <a:pt x="165449" y="330803"/>
                  </a:lnTo>
                  <a:close/>
                  <a:moveTo>
                    <a:pt x="543306" y="251651"/>
                  </a:moveTo>
                  <a:lnTo>
                    <a:pt x="618077" y="251651"/>
                  </a:lnTo>
                  <a:lnTo>
                    <a:pt x="618077" y="174879"/>
                  </a:lnTo>
                  <a:lnTo>
                    <a:pt x="543306" y="174879"/>
                  </a:lnTo>
                  <a:lnTo>
                    <a:pt x="543306" y="251651"/>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4E3EB1"/>
                </a:solidFill>
                <a:latin typeface="Arial"/>
                <a:ea typeface="Arial"/>
                <a:cs typeface="Arial"/>
                <a:sym typeface="Arial"/>
              </a:endParaRPr>
            </a:p>
          </p:txBody>
        </p:sp>
        <p:sp>
          <p:nvSpPr>
            <p:cNvPr id="1322" name="Google Shape;1322;g32268d58d69_0_3331"/>
            <p:cNvSpPr/>
            <p:nvPr/>
          </p:nvSpPr>
          <p:spPr>
            <a:xfrm>
              <a:off x="10265929" y="2744815"/>
              <a:ext cx="319754" cy="19050"/>
            </a:xfrm>
            <a:custGeom>
              <a:rect b="b" l="l" r="r" t="t"/>
              <a:pathLst>
                <a:path extrusionOk="0" h="19050" w="319754">
                  <a:moveTo>
                    <a:pt x="0" y="0"/>
                  </a:moveTo>
                  <a:lnTo>
                    <a:pt x="319754" y="0"/>
                  </a:lnTo>
                  <a:lnTo>
                    <a:pt x="319754" y="19050"/>
                  </a:lnTo>
                  <a:lnTo>
                    <a:pt x="0" y="19050"/>
                  </a:lnTo>
                  <a:close/>
                </a:path>
              </a:pathLst>
            </a:custGeom>
            <a:solidFill>
              <a:schemeClr val="l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4E3EB1"/>
                </a:solidFill>
                <a:latin typeface="Arial"/>
                <a:ea typeface="Arial"/>
                <a:cs typeface="Arial"/>
                <a:sym typeface="Arial"/>
              </a:endParaRPr>
            </a:p>
          </p:txBody>
        </p:sp>
      </p:grpSp>
      <p:sp>
        <p:nvSpPr>
          <p:cNvPr id="1323" name="Google Shape;1323;g32268d58d69_0_3331"/>
          <p:cNvSpPr/>
          <p:nvPr/>
        </p:nvSpPr>
        <p:spPr>
          <a:xfrm flipH="1">
            <a:off x="540094" y="1833939"/>
            <a:ext cx="2643900" cy="743100"/>
          </a:xfrm>
          <a:prstGeom prst="round1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33"/>
              <a:buFont typeface="Arial"/>
              <a:buNone/>
            </a:pPr>
            <a:r>
              <a:rPr b="0" i="0" lang="en-US" sz="1333" u="none" cap="none" strike="noStrike">
                <a:solidFill>
                  <a:srgbClr val="FFFFFF"/>
                </a:solidFill>
                <a:latin typeface="Arial"/>
                <a:ea typeface="Arial"/>
                <a:cs typeface="Arial"/>
                <a:sym typeface="Arial"/>
              </a:rPr>
              <a:t>Full-Stack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Arial"/>
                <a:ea typeface="Arial"/>
                <a:cs typeface="Arial"/>
                <a:sym typeface="Arial"/>
              </a:rPr>
              <a:t>Visibility</a:t>
            </a:r>
            <a:r>
              <a:rPr b="0" i="0" lang="en-US" sz="1800" u="none" cap="none" strike="noStrike">
                <a:solidFill>
                  <a:srgbClr val="FFFFFF"/>
                </a:solidFill>
                <a:latin typeface="Arial"/>
                <a:ea typeface="Arial"/>
                <a:cs typeface="Arial"/>
                <a:sym typeface="Arial"/>
              </a:rPr>
              <a:t> </a:t>
            </a:r>
            <a:endParaRPr b="0" i="0" sz="2133" u="none" cap="none" strike="noStrike">
              <a:solidFill>
                <a:srgbClr val="EBEDF1"/>
              </a:solidFill>
              <a:latin typeface="Arial"/>
              <a:ea typeface="Arial"/>
              <a:cs typeface="Arial"/>
              <a:sym typeface="Arial"/>
            </a:endParaRPr>
          </a:p>
        </p:txBody>
      </p:sp>
      <p:sp>
        <p:nvSpPr>
          <p:cNvPr id="1324" name="Google Shape;1324;g32268d58d69_0_3331"/>
          <p:cNvSpPr/>
          <p:nvPr/>
        </p:nvSpPr>
        <p:spPr>
          <a:xfrm>
            <a:off x="8929838" y="1833939"/>
            <a:ext cx="2643900" cy="728400"/>
          </a:xfrm>
          <a:prstGeom prst="round1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33"/>
              <a:buFont typeface="Arial"/>
              <a:buNone/>
            </a:pPr>
            <a:r>
              <a:rPr b="0" i="0" lang="en-US" sz="1333" u="none" cap="none" strike="noStrike">
                <a:solidFill>
                  <a:srgbClr val="FFFFFF"/>
                </a:solidFill>
                <a:latin typeface="Arial"/>
                <a:ea typeface="Arial"/>
                <a:cs typeface="Arial"/>
                <a:sym typeface="Arial"/>
              </a:rPr>
              <a:t>Full-Stack</a:t>
            </a:r>
            <a:br>
              <a:rPr b="0" i="0" lang="en-US" sz="1800" u="none" cap="none" strike="noStrike">
                <a:solidFill>
                  <a:srgbClr val="FFFFFF"/>
                </a:solidFill>
                <a:latin typeface="Arial"/>
                <a:ea typeface="Arial"/>
                <a:cs typeface="Arial"/>
                <a:sym typeface="Arial"/>
              </a:rPr>
            </a:br>
            <a:r>
              <a:rPr b="0" i="0" lang="en-US" sz="2000" u="none" cap="none" strike="noStrike">
                <a:solidFill>
                  <a:srgbClr val="FFFFFF"/>
                </a:solidFill>
                <a:latin typeface="Arial"/>
                <a:ea typeface="Arial"/>
                <a:cs typeface="Arial"/>
                <a:sym typeface="Arial"/>
              </a:rPr>
              <a:t>Actions</a:t>
            </a:r>
            <a:r>
              <a:rPr b="0" i="0" lang="en-US" sz="18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933"/>
              <a:buFont typeface="Arial"/>
              <a:buNone/>
            </a:pPr>
            <a:r>
              <a:rPr b="1" i="0" lang="en-US" sz="933" u="none" cap="none" strike="noStrike">
                <a:solidFill>
                  <a:srgbClr val="EBEDF1"/>
                </a:solidFill>
                <a:latin typeface="Arial"/>
                <a:ea typeface="Arial"/>
                <a:cs typeface="Arial"/>
                <a:sym typeface="Arial"/>
              </a:rPr>
              <a:t>Remediations &amp; Optimizations</a:t>
            </a:r>
            <a:endParaRPr b="0" i="0" sz="1400" u="none" cap="none" strike="noStrike">
              <a:solidFill>
                <a:srgbClr val="000000"/>
              </a:solidFill>
              <a:latin typeface="Arial"/>
              <a:ea typeface="Arial"/>
              <a:cs typeface="Arial"/>
              <a:sym typeface="Arial"/>
            </a:endParaRPr>
          </a:p>
        </p:txBody>
      </p:sp>
      <p:sp>
        <p:nvSpPr>
          <p:cNvPr id="1325" name="Google Shape;1325;g32268d58d69_0_3331"/>
          <p:cNvSpPr/>
          <p:nvPr/>
        </p:nvSpPr>
        <p:spPr>
          <a:xfrm>
            <a:off x="5227352" y="1305632"/>
            <a:ext cx="4922100" cy="4104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000000"/>
              </a:buClr>
              <a:buSzPts val="2000"/>
              <a:buFont typeface="Arial"/>
              <a:buNone/>
            </a:pPr>
            <a:r>
              <a:rPr b="0" i="0" lang="en-US" sz="2000" u="none" cap="none" strike="noStrike">
                <a:solidFill>
                  <a:srgbClr val="718CAE"/>
                </a:solidFill>
                <a:latin typeface="Arial"/>
                <a:ea typeface="Arial"/>
                <a:cs typeface="Arial"/>
                <a:sym typeface="Arial"/>
              </a:rPr>
              <a:t>Prioritize issues with Business Context</a:t>
            </a:r>
            <a:endParaRPr b="0" i="0" sz="2400" u="none" cap="none" strike="noStrike">
              <a:solidFill>
                <a:srgbClr val="718CAE"/>
              </a:solidFill>
              <a:latin typeface="Arial"/>
              <a:ea typeface="Arial"/>
              <a:cs typeface="Arial"/>
              <a:sym typeface="Arial"/>
            </a:endParaRPr>
          </a:p>
        </p:txBody>
      </p:sp>
      <p:sp>
        <p:nvSpPr>
          <p:cNvPr id="1326" name="Google Shape;1326;g32268d58d69_0_3331"/>
          <p:cNvSpPr/>
          <p:nvPr/>
        </p:nvSpPr>
        <p:spPr>
          <a:xfrm>
            <a:off x="10061091" y="1306093"/>
            <a:ext cx="476100" cy="410400"/>
          </a:xfrm>
          <a:prstGeom prst="chevron">
            <a:avLst>
              <a:gd fmla="val 66735" name="adj"/>
            </a:avLst>
          </a:prstGeom>
          <a:solidFill>
            <a:srgbClr val="718C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sp>
        <p:nvSpPr>
          <p:cNvPr id="1327" name="Google Shape;1327;g32268d58d69_0_3331"/>
          <p:cNvSpPr/>
          <p:nvPr/>
        </p:nvSpPr>
        <p:spPr>
          <a:xfrm flipH="1">
            <a:off x="1406171" y="5876829"/>
            <a:ext cx="4689300" cy="410400"/>
          </a:xfrm>
          <a:prstGeom prst="rect">
            <a:avLst/>
          </a:prstGeom>
          <a:solidFill>
            <a:schemeClr val="dk2"/>
          </a:solidFill>
          <a:ln>
            <a:noFill/>
          </a:ln>
        </p:spPr>
        <p:txBody>
          <a:bodyPr anchorCtr="0" anchor="t" bIns="45700" lIns="91425" spcFirstLastPara="1" rIns="91425" wrap="square" tIns="45700">
            <a:noAutofit/>
          </a:bodyPr>
          <a:lstStyle/>
          <a:p>
            <a:pPr indent="0" lvl="0" marL="357098" marR="0" rtl="0" algn="l">
              <a:lnSpc>
                <a:spcPct val="110000"/>
              </a:lnSpc>
              <a:spcBef>
                <a:spcPts val="0"/>
              </a:spcBef>
              <a:spcAft>
                <a:spcPts val="0"/>
              </a:spcAft>
              <a:buClr>
                <a:srgbClr val="000000"/>
              </a:buClr>
              <a:buSzPts val="2000"/>
              <a:buFont typeface="Arial"/>
              <a:buNone/>
            </a:pPr>
            <a:r>
              <a:rPr b="0" i="0" lang="en-US" sz="2000" u="none" cap="none" strike="noStrike">
                <a:solidFill>
                  <a:srgbClr val="718CAE"/>
                </a:solidFill>
                <a:latin typeface="Arial"/>
                <a:ea typeface="Arial"/>
                <a:cs typeface="Arial"/>
                <a:sym typeface="Arial"/>
              </a:rPr>
              <a:t>Full-Stack actions for the business</a:t>
            </a:r>
            <a:endParaRPr b="0" i="0" sz="1400" u="none" cap="none" strike="noStrike">
              <a:solidFill>
                <a:srgbClr val="000000"/>
              </a:solidFill>
              <a:latin typeface="Arial"/>
              <a:ea typeface="Arial"/>
              <a:cs typeface="Arial"/>
              <a:sym typeface="Arial"/>
            </a:endParaRPr>
          </a:p>
        </p:txBody>
      </p:sp>
      <p:sp>
        <p:nvSpPr>
          <p:cNvPr id="1328" name="Google Shape;1328;g32268d58d69_0_3331"/>
          <p:cNvSpPr/>
          <p:nvPr/>
        </p:nvSpPr>
        <p:spPr>
          <a:xfrm flipH="1">
            <a:off x="1145697" y="5876829"/>
            <a:ext cx="472500" cy="407400"/>
          </a:xfrm>
          <a:prstGeom prst="chevron">
            <a:avLst>
              <a:gd fmla="val 67048" name="adj"/>
            </a:avLst>
          </a:prstGeom>
          <a:solidFill>
            <a:srgbClr val="718C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D274D"/>
              </a:solidFill>
              <a:latin typeface="Arial"/>
              <a:ea typeface="Arial"/>
              <a:cs typeface="Arial"/>
              <a:sym typeface="Arial"/>
            </a:endParaRPr>
          </a:p>
        </p:txBody>
      </p:sp>
      <p:sp>
        <p:nvSpPr>
          <p:cNvPr id="1329" name="Google Shape;1329;g32268d58d69_0_3331"/>
          <p:cNvSpPr/>
          <p:nvPr/>
        </p:nvSpPr>
        <p:spPr>
          <a:xfrm>
            <a:off x="3379835" y="1833938"/>
            <a:ext cx="5354100" cy="745800"/>
          </a:xfrm>
          <a:prstGeom prst="rect">
            <a:avLst/>
          </a:prstGeom>
          <a:solidFill>
            <a:srgbClr val="0B90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33"/>
              <a:buFont typeface="Arial"/>
              <a:buNone/>
            </a:pPr>
            <a:r>
              <a:rPr b="0" i="0" lang="en-US" sz="1333" u="none" cap="none" strike="noStrike">
                <a:solidFill>
                  <a:srgbClr val="FFFFFF"/>
                </a:solidFill>
                <a:latin typeface="Arial"/>
                <a:ea typeface="Arial"/>
                <a:cs typeface="Arial"/>
                <a:sym typeface="Arial"/>
              </a:rPr>
              <a:t>Full-Stack</a:t>
            </a:r>
            <a:br>
              <a:rPr b="0" i="0" lang="en-US" sz="1800" u="none" cap="none" strike="noStrike">
                <a:solidFill>
                  <a:srgbClr val="FFFFFF"/>
                </a:solidFill>
                <a:latin typeface="Arial"/>
                <a:ea typeface="Arial"/>
                <a:cs typeface="Arial"/>
                <a:sym typeface="Arial"/>
              </a:rPr>
            </a:br>
            <a:r>
              <a:rPr b="0" i="0" lang="en-US" sz="2000" u="none" cap="none" strike="noStrike">
                <a:solidFill>
                  <a:srgbClr val="FFFFFF"/>
                </a:solidFill>
                <a:latin typeface="Arial"/>
                <a:ea typeface="Arial"/>
                <a:cs typeface="Arial"/>
                <a:sym typeface="Arial"/>
              </a:rPr>
              <a:t>Insights</a:t>
            </a:r>
            <a:r>
              <a:rPr b="0" i="0" lang="en-US" sz="18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933"/>
              <a:buFont typeface="Arial"/>
              <a:buNone/>
            </a:pPr>
            <a:r>
              <a:rPr b="1" i="0" lang="en-US" sz="933" u="none" cap="none" strike="noStrike">
                <a:solidFill>
                  <a:srgbClr val="FFFFFF"/>
                </a:solidFill>
                <a:latin typeface="Arial"/>
                <a:ea typeface="Arial"/>
                <a:cs typeface="Arial"/>
                <a:sym typeface="Arial"/>
              </a:rPr>
              <a:t>                  Application</a:t>
            </a:r>
            <a:r>
              <a:rPr b="1" i="0" lang="en-US" sz="933" u="none" cap="none" strike="noStrike">
                <a:solidFill>
                  <a:srgbClr val="EBEDF1"/>
                </a:solidFill>
                <a:latin typeface="Arial"/>
                <a:ea typeface="Arial"/>
                <a:cs typeface="Arial"/>
                <a:sym typeface="Arial"/>
              </a:rPr>
              <a:t>		             </a:t>
            </a:r>
            <a:r>
              <a:rPr b="1" i="0" lang="en-US" sz="933" u="none" cap="none" strike="noStrike">
                <a:solidFill>
                  <a:srgbClr val="FFFFFF"/>
                </a:solidFill>
                <a:latin typeface="Arial"/>
                <a:ea typeface="Arial"/>
                <a:cs typeface="Arial"/>
                <a:sym typeface="Arial"/>
              </a:rPr>
              <a:t>Business &amp; Experiences </a:t>
            </a:r>
            <a:endParaRPr b="0" i="0" sz="1400" u="none" cap="none" strike="noStrike">
              <a:solidFill>
                <a:srgbClr val="000000"/>
              </a:solidFill>
              <a:latin typeface="Arial"/>
              <a:ea typeface="Arial"/>
              <a:cs typeface="Arial"/>
              <a:sym typeface="Arial"/>
            </a:endParaRPr>
          </a:p>
        </p:txBody>
      </p:sp>
      <p:cxnSp>
        <p:nvCxnSpPr>
          <p:cNvPr id="1330" name="Google Shape;1330;g32268d58d69_0_3331"/>
          <p:cNvCxnSpPr/>
          <p:nvPr/>
        </p:nvCxnSpPr>
        <p:spPr>
          <a:xfrm flipH="1">
            <a:off x="8338509" y="4564079"/>
            <a:ext cx="1118100" cy="600"/>
          </a:xfrm>
          <a:prstGeom prst="bentConnector3">
            <a:avLst>
              <a:gd fmla="val 50006" name="adj1"/>
            </a:avLst>
          </a:prstGeom>
          <a:noFill/>
          <a:ln cap="flat" cmpd="sng" w="28575">
            <a:solidFill>
              <a:schemeClr val="accent1"/>
            </a:solidFill>
            <a:prstDash val="solid"/>
            <a:miter lim="800000"/>
            <a:headEnd len="sm" w="sm" type="none"/>
            <a:tailEnd len="med" w="med" type="triangle"/>
          </a:ln>
        </p:spPr>
      </p:cxnSp>
      <p:cxnSp>
        <p:nvCxnSpPr>
          <p:cNvPr id="1331" name="Google Shape;1331;g32268d58d69_0_3331"/>
          <p:cNvCxnSpPr/>
          <p:nvPr/>
        </p:nvCxnSpPr>
        <p:spPr>
          <a:xfrm flipH="1">
            <a:off x="5700883" y="4564077"/>
            <a:ext cx="1039800" cy="861000"/>
          </a:xfrm>
          <a:prstGeom prst="bentConnector3">
            <a:avLst>
              <a:gd fmla="val 50003" name="adj1"/>
            </a:avLst>
          </a:prstGeom>
          <a:noFill/>
          <a:ln cap="flat" cmpd="sng" w="28575">
            <a:solidFill>
              <a:schemeClr val="accent1"/>
            </a:solidFill>
            <a:prstDash val="solid"/>
            <a:miter lim="800000"/>
            <a:headEnd len="sm" w="sm" type="none"/>
            <a:tailEnd len="med" w="med" type="triangle"/>
          </a:ln>
        </p:spPr>
      </p:cxnSp>
      <p:cxnSp>
        <p:nvCxnSpPr>
          <p:cNvPr id="1332" name="Google Shape;1332;g32268d58d69_0_3331"/>
          <p:cNvCxnSpPr/>
          <p:nvPr/>
        </p:nvCxnSpPr>
        <p:spPr>
          <a:xfrm rot="10800000">
            <a:off x="2288959" y="4637238"/>
            <a:ext cx="1601700" cy="750900"/>
          </a:xfrm>
          <a:prstGeom prst="bentConnector3">
            <a:avLst>
              <a:gd fmla="val 49999" name="adj1"/>
            </a:avLst>
          </a:prstGeom>
          <a:noFill/>
          <a:ln cap="flat" cmpd="sng" w="28575">
            <a:solidFill>
              <a:schemeClr val="accent1"/>
            </a:solidFill>
            <a:prstDash val="solid"/>
            <a:miter lim="800000"/>
            <a:headEnd len="sm" w="sm" type="none"/>
            <a:tailEnd len="sm" w="sm" type="none"/>
          </a:ln>
        </p:spPr>
      </p:cxnSp>
      <p:grpSp>
        <p:nvGrpSpPr>
          <p:cNvPr id="1333" name="Google Shape;1333;g32268d58d69_0_3331"/>
          <p:cNvGrpSpPr/>
          <p:nvPr/>
        </p:nvGrpSpPr>
        <p:grpSpPr>
          <a:xfrm>
            <a:off x="1472223" y="4225693"/>
            <a:ext cx="845700" cy="845446"/>
            <a:chOff x="1470635" y="4086460"/>
            <a:chExt cx="845700" cy="845700"/>
          </a:xfrm>
        </p:grpSpPr>
        <p:sp>
          <p:nvSpPr>
            <p:cNvPr id="1334" name="Google Shape;1334;g32268d58d69_0_3331"/>
            <p:cNvSpPr/>
            <p:nvPr/>
          </p:nvSpPr>
          <p:spPr>
            <a:xfrm flipH="1">
              <a:off x="1470635" y="4086460"/>
              <a:ext cx="845700" cy="845700"/>
            </a:xfrm>
            <a:prstGeom prst="ellipse">
              <a:avLst/>
            </a:prstGeom>
            <a:noFill/>
            <a:ln cap="flat" cmpd="sng" w="57150">
              <a:solidFill>
                <a:schemeClr val="accent1"/>
              </a:solidFill>
              <a:prstDash val="solid"/>
              <a:miter lim="800000"/>
              <a:headEnd len="sm" w="sm" type="none"/>
              <a:tailEnd len="sm" w="sm" type="none"/>
            </a:ln>
          </p:spPr>
          <p:txBody>
            <a:bodyPr anchorCtr="0" anchor="ctr" bIns="45675" lIns="91400" spcFirstLastPara="1" rIns="91400" wrap="square" tIns="45675">
              <a:noAutofit/>
            </a:bodyPr>
            <a:lstStyle/>
            <a:p>
              <a:pPr indent="0" lvl="0" marL="0" marR="0" rtl="0" algn="ctr">
                <a:lnSpc>
                  <a:spcPct val="11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nvGrpSpPr>
            <p:cNvPr id="1335" name="Google Shape;1335;g32268d58d69_0_3331"/>
            <p:cNvGrpSpPr/>
            <p:nvPr/>
          </p:nvGrpSpPr>
          <p:grpSpPr>
            <a:xfrm flipH="1">
              <a:off x="1695772" y="4264397"/>
              <a:ext cx="346878" cy="465172"/>
              <a:chOff x="12245823" y="1909750"/>
              <a:chExt cx="346878" cy="465172"/>
            </a:xfrm>
          </p:grpSpPr>
          <p:sp>
            <p:nvSpPr>
              <p:cNvPr id="1336" name="Google Shape;1336;g32268d58d69_0_3331"/>
              <p:cNvSpPr/>
              <p:nvPr/>
            </p:nvSpPr>
            <p:spPr>
              <a:xfrm>
                <a:off x="12415451" y="2252466"/>
                <a:ext cx="122456" cy="122456"/>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37" name="Google Shape;1337;g32268d58d69_0_3331"/>
              <p:cNvSpPr/>
              <p:nvPr/>
            </p:nvSpPr>
            <p:spPr>
              <a:xfrm>
                <a:off x="12470245" y="2082213"/>
                <a:ext cx="122456" cy="122456"/>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sp>
            <p:nvSpPr>
              <p:cNvPr id="1338" name="Google Shape;1338;g32268d58d69_0_3331"/>
              <p:cNvSpPr/>
              <p:nvPr/>
            </p:nvSpPr>
            <p:spPr>
              <a:xfrm>
                <a:off x="12245823" y="1909750"/>
                <a:ext cx="122456" cy="122456"/>
              </a:xfrm>
              <a:custGeom>
                <a:rect b="b" l="l" r="r" t="t"/>
                <a:pathLst>
                  <a:path extrusionOk="0" h="576262" w="576262">
                    <a:moveTo>
                      <a:pt x="288131" y="432625"/>
                    </a:moveTo>
                    <a:cubicBezTo>
                      <a:pt x="208312" y="432625"/>
                      <a:pt x="143637" y="367951"/>
                      <a:pt x="143637" y="288131"/>
                    </a:cubicBezTo>
                    <a:cubicBezTo>
                      <a:pt x="143637" y="208312"/>
                      <a:pt x="208312" y="143637"/>
                      <a:pt x="288131" y="143637"/>
                    </a:cubicBezTo>
                    <a:cubicBezTo>
                      <a:pt x="367951" y="143637"/>
                      <a:pt x="432625" y="208312"/>
                      <a:pt x="432625" y="288131"/>
                    </a:cubicBezTo>
                    <a:cubicBezTo>
                      <a:pt x="432625" y="367951"/>
                      <a:pt x="367855" y="432625"/>
                      <a:pt x="288131" y="432625"/>
                    </a:cubicBezTo>
                    <a:moveTo>
                      <a:pt x="288131" y="0"/>
                    </a:moveTo>
                    <a:cubicBezTo>
                      <a:pt x="128969" y="0"/>
                      <a:pt x="0" y="129064"/>
                      <a:pt x="0" y="288131"/>
                    </a:cubicBezTo>
                    <a:cubicBezTo>
                      <a:pt x="0" y="447294"/>
                      <a:pt x="129064" y="576263"/>
                      <a:pt x="288131" y="576263"/>
                    </a:cubicBezTo>
                    <a:cubicBezTo>
                      <a:pt x="447294" y="576263"/>
                      <a:pt x="576263" y="447294"/>
                      <a:pt x="576263" y="288131"/>
                    </a:cubicBezTo>
                    <a:cubicBezTo>
                      <a:pt x="576263" y="129064"/>
                      <a:pt x="447294" y="0"/>
                      <a:pt x="288131" y="0"/>
                    </a:cubicBezTo>
                  </a:path>
                </a:pathLst>
              </a:custGeom>
              <a:solidFill>
                <a:schemeClr val="accent1"/>
              </a:solidFill>
              <a:ln>
                <a:noFill/>
              </a:ln>
            </p:spPr>
            <p:txBody>
              <a:bodyPr anchorCtr="0" anchor="ctr" bIns="45675" lIns="91400" spcFirstLastPara="1" rIns="91400" wrap="square" tIns="45675">
                <a:noAutofit/>
              </a:bodyPr>
              <a:lstStyle/>
              <a:p>
                <a:pPr indent="0" lvl="0" marL="0" marR="0" rtl="0" algn="l">
                  <a:lnSpc>
                    <a:spcPct val="100000"/>
                  </a:lnSpc>
                  <a:spcBef>
                    <a:spcPts val="0"/>
                  </a:spcBef>
                  <a:spcAft>
                    <a:spcPts val="0"/>
                  </a:spcAft>
                  <a:buClr>
                    <a:srgbClr val="000000"/>
                  </a:buClr>
                  <a:buSzPts val="2399"/>
                  <a:buFont typeface="Arial"/>
                  <a:buNone/>
                </a:pPr>
                <a:r>
                  <a:t/>
                </a:r>
                <a:endParaRPr b="0" i="0" sz="2399" u="none" cap="none" strike="noStrike">
                  <a:solidFill>
                    <a:srgbClr val="282828"/>
                  </a:solidFill>
                  <a:latin typeface="Arial"/>
                  <a:ea typeface="Arial"/>
                  <a:cs typeface="Arial"/>
                  <a:sym typeface="Arial"/>
                </a:endParaRPr>
              </a:p>
            </p:txBody>
          </p:sp>
        </p:grpSp>
      </p:grpSp>
      <p:pic>
        <p:nvPicPr>
          <p:cNvPr descr="APICall" id="1339" name="Google Shape;1339;g32268d58d69_0_3331"/>
          <p:cNvPicPr preferRelativeResize="0"/>
          <p:nvPr/>
        </p:nvPicPr>
        <p:blipFill rotWithShape="1">
          <a:blip r:embed="rId4">
            <a:alphaModFix/>
          </a:blip>
          <a:srcRect b="0" l="0" r="0" t="0"/>
          <a:stretch/>
        </p:blipFill>
        <p:spPr>
          <a:xfrm>
            <a:off x="10080329" y="2897873"/>
            <a:ext cx="433682" cy="432580"/>
          </a:xfrm>
          <a:prstGeom prst="rect">
            <a:avLst/>
          </a:prstGeom>
          <a:noFill/>
          <a:ln>
            <a:noFill/>
          </a:ln>
        </p:spPr>
      </p:pic>
      <p:sp>
        <p:nvSpPr>
          <p:cNvPr id="1340" name="Google Shape;1340;g32268d58d69_0_3331"/>
          <p:cNvSpPr txBox="1"/>
          <p:nvPr>
            <p:ph type="title"/>
          </p:nvPr>
        </p:nvSpPr>
        <p:spPr>
          <a:xfrm>
            <a:off x="217450" y="365125"/>
            <a:ext cx="6344700" cy="498600"/>
          </a:xfrm>
          <a:prstGeom prst="rect">
            <a:avLst/>
          </a:prstGeom>
          <a:solidFill>
            <a:schemeClr val="accent1"/>
          </a:solidFill>
          <a:ln>
            <a:noFill/>
          </a:ln>
        </p:spPr>
        <p:txBody>
          <a:bodyPr anchorCtr="0" anchor="t" bIns="45700" lIns="91425" spcFirstLastPara="1" rIns="91425" wrap="square" tIns="45700">
            <a:noAutofit/>
          </a:bodyPr>
          <a:lstStyle/>
          <a:p>
            <a:pPr indent="-12700" lvl="0" marL="12700" rtl="0" algn="l">
              <a:lnSpc>
                <a:spcPct val="108000"/>
              </a:lnSpc>
              <a:spcBef>
                <a:spcPts val="0"/>
              </a:spcBef>
              <a:spcAft>
                <a:spcPts val="0"/>
              </a:spcAft>
              <a:buSzPts val="1100"/>
              <a:buNone/>
            </a:pPr>
            <a:r>
              <a:rPr lang="en-US" sz="2850">
                <a:solidFill>
                  <a:schemeClr val="lt1"/>
                </a:solidFill>
              </a:rPr>
              <a:t>Use Case </a:t>
            </a:r>
            <a:r>
              <a:rPr lang="en-US" sz="2850">
                <a:solidFill>
                  <a:srgbClr val="FFFFFF"/>
                </a:solidFill>
              </a:rPr>
              <a:t>Full Stack Observability</a:t>
            </a:r>
            <a:endParaRPr sz="2880">
              <a:solidFill>
                <a:schemeClr val="lt1"/>
              </a:solidFill>
            </a:endParaRPr>
          </a:p>
          <a:p>
            <a:pPr indent="0" lvl="0" marL="0" rtl="0" algn="l">
              <a:lnSpc>
                <a:spcPct val="90000"/>
              </a:lnSpc>
              <a:spcBef>
                <a:spcPts val="0"/>
              </a:spcBef>
              <a:spcAft>
                <a:spcPts val="0"/>
              </a:spcAft>
              <a:buSzPts val="1100"/>
              <a:buNone/>
            </a:pPr>
            <a:r>
              <a:t/>
            </a:r>
            <a:endParaRPr sz="2880">
              <a:solidFill>
                <a:schemeClr val="lt1"/>
              </a:solidFill>
            </a:endParaRPr>
          </a:p>
          <a:p>
            <a:pPr indent="0" lvl="0" marL="0" rtl="0" algn="l">
              <a:lnSpc>
                <a:spcPct val="90000"/>
              </a:lnSpc>
              <a:spcBef>
                <a:spcPts val="0"/>
              </a:spcBef>
              <a:spcAft>
                <a:spcPts val="0"/>
              </a:spcAft>
              <a:buSzPts val="990"/>
              <a:buNone/>
            </a:pPr>
            <a:r>
              <a:t/>
            </a:r>
            <a:endParaRPr sz="2880">
              <a:solidFill>
                <a:schemeClr val="lt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1299"/>
                                        </p:tgtEl>
                                      </p:cBhvr>
                                    </p:animEffect>
                                    <p:set>
                                      <p:cBhvr>
                                        <p:cTn dur="1" fill="hold">
                                          <p:stCondLst>
                                            <p:cond delay="500"/>
                                          </p:stCondLst>
                                        </p:cTn>
                                        <p:tgtEl>
                                          <p:spTgt spid="129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30"/>
                                        </p:tgtEl>
                                        <p:attrNameLst>
                                          <p:attrName>style.visibility</p:attrName>
                                        </p:attrNameLst>
                                      </p:cBhvr>
                                      <p:to>
                                        <p:strVal val="visible"/>
                                      </p:to>
                                    </p:set>
                                    <p:animEffect filter="fade" transition="in">
                                      <p:cBhvr>
                                        <p:cTn dur="500"/>
                                        <p:tgtEl>
                                          <p:spTgt spid="13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31"/>
                                        </p:tgtEl>
                                        <p:attrNameLst>
                                          <p:attrName>style.visibility</p:attrName>
                                        </p:attrNameLst>
                                      </p:cBhvr>
                                      <p:to>
                                        <p:strVal val="visible"/>
                                      </p:to>
                                    </p:set>
                                    <p:animEffect filter="fade" transition="in">
                                      <p:cBhvr>
                                        <p:cTn dur="500"/>
                                        <p:tgtEl>
                                          <p:spTgt spid="133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332"/>
                                        </p:tgtEl>
                                        <p:attrNameLst>
                                          <p:attrName>style.visibility</p:attrName>
                                        </p:attrNameLst>
                                      </p:cBhvr>
                                      <p:to>
                                        <p:strVal val="visible"/>
                                      </p:to>
                                    </p:set>
                                    <p:animEffect filter="fade" transition="in">
                                      <p:cBhvr>
                                        <p:cTn dur="500"/>
                                        <p:tgtEl>
                                          <p:spTgt spid="133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500"/>
                                        <p:tgtEl>
                                          <p:spTgt spid="1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g2a4b6e9a266_0_0"/>
          <p:cNvSpPr txBox="1"/>
          <p:nvPr>
            <p:ph type="title"/>
          </p:nvPr>
        </p:nvSpPr>
        <p:spPr>
          <a:xfrm>
            <a:off x="217450" y="365125"/>
            <a:ext cx="6824400" cy="498600"/>
          </a:xfrm>
          <a:prstGeom prst="rect">
            <a:avLst/>
          </a:prstGeom>
          <a:solidFill>
            <a:schemeClr val="accent1"/>
          </a:solid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200"/>
              <a:buNone/>
            </a:pPr>
            <a:r>
              <a:rPr lang="en-US" sz="2850">
                <a:solidFill>
                  <a:schemeClr val="lt1"/>
                </a:solidFill>
              </a:rPr>
              <a:t>AppDynamics Sample Dashboard</a:t>
            </a:r>
            <a:endParaRPr sz="2850">
              <a:solidFill>
                <a:schemeClr val="lt1"/>
              </a:solidFill>
            </a:endParaRPr>
          </a:p>
        </p:txBody>
      </p:sp>
      <p:sp>
        <p:nvSpPr>
          <p:cNvPr id="1347" name="Google Shape;1347;g2a4b6e9a266_0_0"/>
          <p:cNvSpPr txBox="1"/>
          <p:nvPr/>
        </p:nvSpPr>
        <p:spPr>
          <a:xfrm>
            <a:off x="2319304" y="1773128"/>
            <a:ext cx="3495300" cy="379800"/>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1867"/>
              <a:buFont typeface="Arial"/>
              <a:buNone/>
            </a:pPr>
            <a:r>
              <a:rPr b="0" i="0" lang="en-US" sz="1867"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Graphical user interface, chart&#10;&#10;Description automatically generated with medium confidence" id="1348" name="Google Shape;1348;g2a4b6e9a266_0_0"/>
          <p:cNvPicPr preferRelativeResize="0"/>
          <p:nvPr/>
        </p:nvPicPr>
        <p:blipFill rotWithShape="1">
          <a:blip r:embed="rId3">
            <a:alphaModFix/>
          </a:blip>
          <a:srcRect b="0" l="0" r="0" t="0"/>
          <a:stretch/>
        </p:blipFill>
        <p:spPr>
          <a:xfrm>
            <a:off x="887875" y="1071575"/>
            <a:ext cx="9955400" cy="4305400"/>
          </a:xfrm>
          <a:prstGeom prst="rect">
            <a:avLst/>
          </a:prstGeom>
          <a:noFill/>
          <a:ln>
            <a:noFill/>
          </a:ln>
        </p:spPr>
      </p:pic>
      <p:sp>
        <p:nvSpPr>
          <p:cNvPr id="1349" name="Google Shape;1349;g2a4b6e9a266_0_0"/>
          <p:cNvSpPr txBox="1"/>
          <p:nvPr/>
        </p:nvSpPr>
        <p:spPr>
          <a:xfrm>
            <a:off x="3979449" y="1212974"/>
            <a:ext cx="2302500" cy="5604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E3EB1"/>
              </a:buClr>
              <a:buSzPts val="1800"/>
              <a:buFont typeface="Calibri"/>
              <a:buNone/>
            </a:pPr>
            <a:r>
              <a:t/>
            </a:r>
            <a:endParaRPr b="0" i="0" sz="1800" u="none" cap="none" strike="noStrike">
              <a:solidFill>
                <a:srgbClr val="00BCED"/>
              </a:solidFill>
              <a:latin typeface="Arial"/>
              <a:ea typeface="Arial"/>
              <a:cs typeface="Arial"/>
              <a:sym typeface="Arial"/>
            </a:endParaRPr>
          </a:p>
        </p:txBody>
      </p:sp>
      <p:sp>
        <p:nvSpPr>
          <p:cNvPr id="1350" name="Google Shape;1350;g2a4b6e9a266_0_0"/>
          <p:cNvSpPr txBox="1"/>
          <p:nvPr/>
        </p:nvSpPr>
        <p:spPr>
          <a:xfrm>
            <a:off x="6772803" y="1773128"/>
            <a:ext cx="805200" cy="11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BCED"/>
              </a:solidFill>
              <a:latin typeface="Arial"/>
              <a:ea typeface="Arial"/>
              <a:cs typeface="Arial"/>
              <a:sym typeface="Arial"/>
            </a:endParaRPr>
          </a:p>
        </p:txBody>
      </p:sp>
      <p:sp>
        <p:nvSpPr>
          <p:cNvPr id="1351" name="Google Shape;1351;g2a4b6e9a266_0_0"/>
          <p:cNvSpPr txBox="1"/>
          <p:nvPr/>
        </p:nvSpPr>
        <p:spPr>
          <a:xfrm>
            <a:off x="6845001" y="1731275"/>
            <a:ext cx="871800" cy="1185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19202B"/>
                </a:solidFill>
                <a:latin typeface="Arial"/>
                <a:ea typeface="Arial"/>
                <a:cs typeface="Arial"/>
                <a:sym typeface="Arial"/>
              </a:rPr>
              <a:t>Postal Services</a:t>
            </a:r>
            <a:endParaRPr b="0" i="0" sz="800" u="none" cap="none" strike="noStrike">
              <a:solidFill>
                <a:srgbClr val="19202B"/>
              </a:solidFill>
              <a:latin typeface="Arial"/>
              <a:ea typeface="Arial"/>
              <a:cs typeface="Arial"/>
              <a:sym typeface="Arial"/>
            </a:endParaRPr>
          </a:p>
        </p:txBody>
      </p:sp>
      <p:pic>
        <p:nvPicPr>
          <p:cNvPr descr="Home | RTX" id="1352" name="Google Shape;1352;g2a4b6e9a266_0_0"/>
          <p:cNvPicPr preferRelativeResize="0"/>
          <p:nvPr/>
        </p:nvPicPr>
        <p:blipFill rotWithShape="1">
          <a:blip r:embed="rId4">
            <a:alphaModFix/>
          </a:blip>
          <a:srcRect b="0" l="0" r="0" t="0"/>
          <a:stretch/>
        </p:blipFill>
        <p:spPr>
          <a:xfrm>
            <a:off x="4259077" y="1253218"/>
            <a:ext cx="2022605" cy="479645"/>
          </a:xfrm>
          <a:prstGeom prst="rect">
            <a:avLst/>
          </a:prstGeom>
          <a:noFill/>
          <a:ln>
            <a:noFill/>
          </a:ln>
        </p:spPr>
      </p:pic>
      <p:sp>
        <p:nvSpPr>
          <p:cNvPr id="1353" name="Google Shape;1353;g2a4b6e9a266_0_0"/>
          <p:cNvSpPr txBox="1"/>
          <p:nvPr/>
        </p:nvSpPr>
        <p:spPr>
          <a:xfrm>
            <a:off x="825000" y="5336150"/>
            <a:ext cx="55524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Art of Possible Application and Infrastructure Dashboard:</a:t>
            </a:r>
            <a:endParaRPr b="0" i="0" sz="1400" u="none" cap="none" strike="noStrike">
              <a:solidFill>
                <a:schemeClr val="dk1"/>
              </a:solidFill>
              <a:latin typeface="Arial"/>
              <a:ea typeface="Arial"/>
              <a:cs typeface="Arial"/>
              <a:sym typeface="Arial"/>
            </a:endParaRPr>
          </a:p>
          <a:p>
            <a:pPr indent="-260269" lvl="0" marL="285670" marR="0" rtl="0" algn="l">
              <a:lnSpc>
                <a:spcPct val="100000"/>
              </a:lnSpc>
              <a:spcBef>
                <a:spcPts val="0"/>
              </a:spcBef>
              <a:spcAft>
                <a:spcPts val="0"/>
              </a:spcAft>
              <a:buClr>
                <a:srgbClr val="002060"/>
              </a:buClr>
              <a:buSzPts val="1200"/>
              <a:buFont typeface="Arial"/>
              <a:buChar char="•"/>
            </a:pPr>
            <a:r>
              <a:rPr b="0" i="0" lang="en-US" sz="1200" u="none" cap="none" strike="noStrike">
                <a:solidFill>
                  <a:srgbClr val="002060"/>
                </a:solidFill>
                <a:latin typeface="Arial"/>
                <a:ea typeface="Arial"/>
                <a:cs typeface="Arial"/>
                <a:sym typeface="Arial"/>
              </a:rPr>
              <a:t>Dashboard can represent any Application’s Environment</a:t>
            </a:r>
            <a:endParaRPr b="0" i="0" sz="1200" u="none" cap="none" strike="noStrike">
              <a:solidFill>
                <a:schemeClr val="dk1"/>
              </a:solidFill>
              <a:latin typeface="Arial"/>
              <a:ea typeface="Arial"/>
              <a:cs typeface="Arial"/>
              <a:sym typeface="Arial"/>
            </a:endParaRPr>
          </a:p>
          <a:p>
            <a:pPr indent="-260269" lvl="0" marL="285670" marR="0" rtl="0" algn="l">
              <a:lnSpc>
                <a:spcPct val="100000"/>
              </a:lnSpc>
              <a:spcBef>
                <a:spcPts val="0"/>
              </a:spcBef>
              <a:spcAft>
                <a:spcPts val="0"/>
              </a:spcAft>
              <a:buClr>
                <a:srgbClr val="002060"/>
              </a:buClr>
              <a:buSzPts val="1200"/>
              <a:buFont typeface="Arial"/>
              <a:buChar char="•"/>
            </a:pPr>
            <a:r>
              <a:rPr b="0" i="0" lang="en-US" sz="1200" u="none" cap="none" strike="noStrike">
                <a:solidFill>
                  <a:srgbClr val="002060"/>
                </a:solidFill>
                <a:latin typeface="Arial"/>
                <a:ea typeface="Arial"/>
                <a:cs typeface="Arial"/>
                <a:sym typeface="Arial"/>
              </a:rPr>
              <a:t>Top to Bottom Application Infrastructure View </a:t>
            </a:r>
            <a:endParaRPr b="0" i="0" sz="1200" u="none" cap="none" strike="noStrike">
              <a:solidFill>
                <a:schemeClr val="dk1"/>
              </a:solidFill>
              <a:latin typeface="Arial"/>
              <a:ea typeface="Arial"/>
              <a:cs typeface="Arial"/>
              <a:sym typeface="Arial"/>
            </a:endParaRPr>
          </a:p>
          <a:p>
            <a:pPr indent="-260269" lvl="0" marL="285670" marR="0" rtl="0" algn="l">
              <a:lnSpc>
                <a:spcPct val="100000"/>
              </a:lnSpc>
              <a:spcBef>
                <a:spcPts val="0"/>
              </a:spcBef>
              <a:spcAft>
                <a:spcPts val="0"/>
              </a:spcAft>
              <a:buClr>
                <a:srgbClr val="002060"/>
              </a:buClr>
              <a:buSzPts val="1200"/>
              <a:buFont typeface="Arial"/>
              <a:buChar char="•"/>
            </a:pPr>
            <a:r>
              <a:rPr b="0" i="0" lang="en-US" sz="1200" u="none" cap="none" strike="noStrike">
                <a:solidFill>
                  <a:srgbClr val="002060"/>
                </a:solidFill>
                <a:latin typeface="Arial"/>
                <a:ea typeface="Arial"/>
                <a:cs typeface="Arial"/>
                <a:sym typeface="Arial"/>
              </a:rPr>
              <a:t>Customize based upon customer requirements</a:t>
            </a:r>
            <a:endParaRPr b="0" i="0" sz="12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2400">
        <p:fade thruBlk="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58" name="Shape 1358"/>
        <p:cNvGrpSpPr/>
        <p:nvPr/>
      </p:nvGrpSpPr>
      <p:grpSpPr>
        <a:xfrm>
          <a:off x="0" y="0"/>
          <a:ext cx="0" cy="0"/>
          <a:chOff x="0" y="0"/>
          <a:chExt cx="0" cy="0"/>
        </a:xfrm>
      </p:grpSpPr>
      <p:sp>
        <p:nvSpPr>
          <p:cNvPr id="1359" name="Google Shape;1359;g2a4ddfc3f56_0_17"/>
          <p:cNvSpPr txBox="1"/>
          <p:nvPr>
            <p:ph type="title"/>
          </p:nvPr>
        </p:nvSpPr>
        <p:spPr>
          <a:xfrm>
            <a:off x="822575" y="2428850"/>
            <a:ext cx="8678700" cy="1656000"/>
          </a:xfrm>
          <a:prstGeom prst="rect">
            <a:avLst/>
          </a:prstGeom>
        </p:spPr>
        <p:txBody>
          <a:bodyPr anchorCtr="0" anchor="b" bIns="45700" lIns="91425" spcFirstLastPara="1" rIns="91425" wrap="square" tIns="45700">
            <a:normAutofit/>
          </a:bodyPr>
          <a:lstStyle/>
          <a:p>
            <a:pPr indent="0" lvl="0" marL="0" rtl="0" algn="l">
              <a:lnSpc>
                <a:spcPct val="95000"/>
              </a:lnSpc>
              <a:spcBef>
                <a:spcPts val="0"/>
              </a:spcBef>
              <a:spcAft>
                <a:spcPts val="0"/>
              </a:spcAft>
              <a:buNone/>
            </a:pPr>
            <a:r>
              <a:rPr b="1" lang="en-US" sz="3600">
                <a:solidFill>
                  <a:schemeClr val="accent1"/>
                </a:solidFill>
              </a:rPr>
              <a:t>AppDynamics at Pratt and Whitney</a:t>
            </a:r>
            <a:endParaRPr b="1" sz="3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g2a4ddfc3f56_0_24"/>
          <p:cNvSpPr txBox="1"/>
          <p:nvPr>
            <p:ph type="title"/>
          </p:nvPr>
        </p:nvSpPr>
        <p:spPr>
          <a:xfrm>
            <a:off x="488250" y="326575"/>
            <a:ext cx="7369800" cy="653100"/>
          </a:xfrm>
          <a:prstGeom prst="rect">
            <a:avLst/>
          </a:prstGeom>
          <a:solidFill>
            <a:schemeClr val="accent1"/>
          </a:solidFill>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lt1"/>
                </a:solidFill>
              </a:rPr>
              <a:t>AppDynamics at Pratt and Whitney </a:t>
            </a:r>
            <a:endParaRPr>
              <a:solidFill>
                <a:schemeClr val="lt1"/>
              </a:solidFill>
            </a:endParaRPr>
          </a:p>
        </p:txBody>
      </p:sp>
      <p:sp>
        <p:nvSpPr>
          <p:cNvPr id="1366" name="Google Shape;1366;g2a4ddfc3f56_0_24"/>
          <p:cNvSpPr txBox="1"/>
          <p:nvPr/>
        </p:nvSpPr>
        <p:spPr>
          <a:xfrm>
            <a:off x="755200" y="1091975"/>
            <a:ext cx="10358400" cy="5010900"/>
          </a:xfrm>
          <a:prstGeom prst="rect">
            <a:avLst/>
          </a:prstGeom>
          <a:noFill/>
          <a:ln>
            <a:noFill/>
          </a:ln>
        </p:spPr>
        <p:txBody>
          <a:bodyPr anchorCtr="0" anchor="t" bIns="91425" lIns="91425" spcFirstLastPara="1" rIns="91425" wrap="square" tIns="91425">
            <a:noAutofit/>
          </a:bodyPr>
          <a:lstStyle/>
          <a:p>
            <a:pPr indent="-273050" lvl="0" marL="285750" rtl="0" algn="l">
              <a:lnSpc>
                <a:spcPct val="96000"/>
              </a:lnSpc>
              <a:spcBef>
                <a:spcPts val="900"/>
              </a:spcBef>
              <a:spcAft>
                <a:spcPts val="0"/>
              </a:spcAft>
              <a:buClr>
                <a:srgbClr val="414244"/>
              </a:buClr>
              <a:buSzPts val="1600"/>
              <a:buChar char="•"/>
            </a:pPr>
            <a:r>
              <a:rPr lang="en-US" sz="1600">
                <a:solidFill>
                  <a:srgbClr val="414244"/>
                </a:solidFill>
              </a:rPr>
              <a:t>Deployed across Quality and production environment across Pratt &amp; Whitney US and Canada</a:t>
            </a:r>
            <a:endParaRPr sz="1600">
              <a:solidFill>
                <a:srgbClr val="414244"/>
              </a:solidFill>
            </a:endParaRPr>
          </a:p>
          <a:p>
            <a:pPr indent="-273050" lvl="0" marL="285750" rtl="0" algn="l">
              <a:lnSpc>
                <a:spcPct val="96000"/>
              </a:lnSpc>
              <a:spcBef>
                <a:spcPts val="900"/>
              </a:spcBef>
              <a:spcAft>
                <a:spcPts val="0"/>
              </a:spcAft>
              <a:buClr>
                <a:srgbClr val="414244"/>
              </a:buClr>
              <a:buSzPts val="1600"/>
              <a:buChar char="•"/>
            </a:pPr>
            <a:r>
              <a:rPr lang="en-US" sz="1600">
                <a:solidFill>
                  <a:srgbClr val="414244"/>
                </a:solidFill>
              </a:rPr>
              <a:t>Monitoring business critical application with Pratt &amp; Whitney such as</a:t>
            </a:r>
            <a:endParaRPr sz="1600">
              <a:solidFill>
                <a:srgbClr val="414244"/>
              </a:solidFill>
            </a:endParaRPr>
          </a:p>
          <a:p>
            <a:pPr indent="-285749" lvl="4" marL="825482" rtl="0" algn="l">
              <a:lnSpc>
                <a:spcPct val="102000"/>
              </a:lnSpc>
              <a:spcBef>
                <a:spcPts val="900"/>
              </a:spcBef>
              <a:spcAft>
                <a:spcPts val="0"/>
              </a:spcAft>
              <a:buClr>
                <a:srgbClr val="414244"/>
              </a:buClr>
              <a:buSzPts val="1600"/>
              <a:buChar char="•"/>
            </a:pPr>
            <a:r>
              <a:rPr lang="en-US" sz="1600">
                <a:solidFill>
                  <a:srgbClr val="414244"/>
                </a:solidFill>
              </a:rPr>
              <a:t>Solumina</a:t>
            </a:r>
            <a:endParaRPr sz="1600">
              <a:solidFill>
                <a:srgbClr val="414244"/>
              </a:solidFill>
            </a:endParaRPr>
          </a:p>
          <a:p>
            <a:pPr indent="-285749" lvl="4" marL="825482" rtl="0" algn="l">
              <a:lnSpc>
                <a:spcPct val="102000"/>
              </a:lnSpc>
              <a:spcBef>
                <a:spcPts val="900"/>
              </a:spcBef>
              <a:spcAft>
                <a:spcPts val="0"/>
              </a:spcAft>
              <a:buClr>
                <a:srgbClr val="414244"/>
              </a:buClr>
              <a:buSzPts val="1600"/>
              <a:buChar char="•"/>
            </a:pPr>
            <a:r>
              <a:rPr lang="en-US" sz="1600">
                <a:solidFill>
                  <a:srgbClr val="414244"/>
                </a:solidFill>
              </a:rPr>
              <a:t>Team Center</a:t>
            </a:r>
            <a:endParaRPr sz="1600">
              <a:solidFill>
                <a:srgbClr val="414244"/>
              </a:solidFill>
            </a:endParaRPr>
          </a:p>
          <a:p>
            <a:pPr indent="-285749" lvl="4" marL="825482" rtl="0" algn="l">
              <a:lnSpc>
                <a:spcPct val="102000"/>
              </a:lnSpc>
              <a:spcBef>
                <a:spcPts val="900"/>
              </a:spcBef>
              <a:spcAft>
                <a:spcPts val="0"/>
              </a:spcAft>
              <a:buClr>
                <a:srgbClr val="414244"/>
              </a:buClr>
              <a:buSzPts val="1600"/>
              <a:buChar char="•"/>
            </a:pPr>
            <a:r>
              <a:rPr lang="en-US" sz="1600">
                <a:solidFill>
                  <a:srgbClr val="414244"/>
                </a:solidFill>
              </a:rPr>
              <a:t>Tidal</a:t>
            </a:r>
            <a:endParaRPr sz="1600">
              <a:solidFill>
                <a:srgbClr val="414244"/>
              </a:solidFill>
            </a:endParaRPr>
          </a:p>
          <a:p>
            <a:pPr indent="-285749" lvl="4" marL="825482" rtl="0" algn="l">
              <a:lnSpc>
                <a:spcPct val="102000"/>
              </a:lnSpc>
              <a:spcBef>
                <a:spcPts val="900"/>
              </a:spcBef>
              <a:spcAft>
                <a:spcPts val="0"/>
              </a:spcAft>
              <a:buClr>
                <a:srgbClr val="414244"/>
              </a:buClr>
              <a:buSzPts val="1600"/>
              <a:buChar char="•"/>
            </a:pPr>
            <a:r>
              <a:rPr lang="en-US" sz="1600">
                <a:solidFill>
                  <a:srgbClr val="414244"/>
                </a:solidFill>
              </a:rPr>
              <a:t>Kepware</a:t>
            </a:r>
            <a:endParaRPr sz="1600">
              <a:solidFill>
                <a:srgbClr val="414244"/>
              </a:solidFill>
            </a:endParaRPr>
          </a:p>
          <a:p>
            <a:pPr indent="-285749" lvl="4" marL="825482" rtl="0" algn="l">
              <a:lnSpc>
                <a:spcPct val="102000"/>
              </a:lnSpc>
              <a:spcBef>
                <a:spcPts val="900"/>
              </a:spcBef>
              <a:spcAft>
                <a:spcPts val="0"/>
              </a:spcAft>
              <a:buClr>
                <a:srgbClr val="414244"/>
              </a:buClr>
              <a:buSzPts val="1600"/>
              <a:buChar char="•"/>
            </a:pPr>
            <a:r>
              <a:rPr lang="en-US" sz="1600">
                <a:solidFill>
                  <a:srgbClr val="414244"/>
                </a:solidFill>
              </a:rPr>
              <a:t>Autoair</a:t>
            </a:r>
            <a:endParaRPr sz="1600">
              <a:solidFill>
                <a:srgbClr val="414244"/>
              </a:solidFill>
            </a:endParaRPr>
          </a:p>
          <a:p>
            <a:pPr indent="-273050" lvl="0" marL="285750" rtl="0" algn="l">
              <a:lnSpc>
                <a:spcPct val="96000"/>
              </a:lnSpc>
              <a:spcBef>
                <a:spcPts val="900"/>
              </a:spcBef>
              <a:spcAft>
                <a:spcPts val="0"/>
              </a:spcAft>
              <a:buClr>
                <a:srgbClr val="414244"/>
              </a:buClr>
              <a:buSzPts val="1600"/>
              <a:buChar char="•"/>
            </a:pPr>
            <a:r>
              <a:rPr lang="en-US" sz="1600">
                <a:solidFill>
                  <a:srgbClr val="414244"/>
                </a:solidFill>
              </a:rPr>
              <a:t>Monitoring across Application, infrastructure, Database, network and End user monitoring</a:t>
            </a:r>
            <a:endParaRPr sz="1600">
              <a:solidFill>
                <a:srgbClr val="414244"/>
              </a:solidFill>
            </a:endParaRPr>
          </a:p>
          <a:p>
            <a:pPr indent="-273050" lvl="0" marL="285750" rtl="0" algn="l">
              <a:lnSpc>
                <a:spcPct val="96000"/>
              </a:lnSpc>
              <a:spcBef>
                <a:spcPts val="900"/>
              </a:spcBef>
              <a:spcAft>
                <a:spcPts val="0"/>
              </a:spcAft>
              <a:buClr>
                <a:srgbClr val="414244"/>
              </a:buClr>
              <a:buSzPts val="1600"/>
              <a:buChar char="•"/>
            </a:pPr>
            <a:r>
              <a:rPr lang="en-US" sz="1600">
                <a:solidFill>
                  <a:srgbClr val="414244"/>
                </a:solidFill>
              </a:rPr>
              <a:t>Some of primary use-cases are – </a:t>
            </a:r>
            <a:endParaRPr sz="1600">
              <a:solidFill>
                <a:srgbClr val="414244"/>
              </a:solidFill>
            </a:endParaRPr>
          </a:p>
          <a:p>
            <a:pPr indent="-285749" lvl="4" marL="825482" rtl="0" algn="l">
              <a:lnSpc>
                <a:spcPct val="102000"/>
              </a:lnSpc>
              <a:spcBef>
                <a:spcPts val="900"/>
              </a:spcBef>
              <a:spcAft>
                <a:spcPts val="0"/>
              </a:spcAft>
              <a:buClr>
                <a:srgbClr val="414244"/>
              </a:buClr>
              <a:buSzPts val="1600"/>
              <a:buChar char="•"/>
            </a:pPr>
            <a:r>
              <a:rPr lang="en-US" sz="1600">
                <a:solidFill>
                  <a:srgbClr val="414244"/>
                </a:solidFill>
              </a:rPr>
              <a:t>Slow Transaction detection</a:t>
            </a:r>
            <a:endParaRPr sz="1600">
              <a:solidFill>
                <a:srgbClr val="414244"/>
              </a:solidFill>
            </a:endParaRPr>
          </a:p>
          <a:p>
            <a:pPr indent="-285749" lvl="4" marL="825482" rtl="0" algn="l">
              <a:lnSpc>
                <a:spcPct val="102000"/>
              </a:lnSpc>
              <a:spcBef>
                <a:spcPts val="900"/>
              </a:spcBef>
              <a:spcAft>
                <a:spcPts val="0"/>
              </a:spcAft>
              <a:buClr>
                <a:srgbClr val="414244"/>
              </a:buClr>
              <a:buSzPts val="1600"/>
              <a:buChar char="•"/>
            </a:pPr>
            <a:r>
              <a:rPr lang="en-US" sz="1600">
                <a:solidFill>
                  <a:srgbClr val="414244"/>
                </a:solidFill>
              </a:rPr>
              <a:t>Slow responses on several critical queries</a:t>
            </a:r>
            <a:endParaRPr sz="1600">
              <a:solidFill>
                <a:srgbClr val="414244"/>
              </a:solidFill>
            </a:endParaRPr>
          </a:p>
          <a:p>
            <a:pPr indent="-285749" lvl="4" marL="825482" rtl="0" algn="l">
              <a:lnSpc>
                <a:spcPct val="102000"/>
              </a:lnSpc>
              <a:spcBef>
                <a:spcPts val="900"/>
              </a:spcBef>
              <a:spcAft>
                <a:spcPts val="0"/>
              </a:spcAft>
              <a:buClr>
                <a:srgbClr val="414244"/>
              </a:buClr>
              <a:buSzPts val="1600"/>
              <a:buChar char="•"/>
            </a:pPr>
            <a:r>
              <a:rPr lang="en-US" sz="1600">
                <a:solidFill>
                  <a:srgbClr val="414244"/>
                </a:solidFill>
              </a:rPr>
              <a:t>Proactively notification to the teams. </a:t>
            </a:r>
            <a:endParaRPr sz="1600">
              <a:solidFill>
                <a:srgbClr val="414244"/>
              </a:solidFill>
            </a:endParaRPr>
          </a:p>
          <a:p>
            <a:pPr indent="-285749" lvl="4" marL="825482" rtl="0" algn="l">
              <a:lnSpc>
                <a:spcPct val="102000"/>
              </a:lnSpc>
              <a:spcBef>
                <a:spcPts val="900"/>
              </a:spcBef>
              <a:spcAft>
                <a:spcPts val="0"/>
              </a:spcAft>
              <a:buClr>
                <a:srgbClr val="414244"/>
              </a:buClr>
              <a:buSzPts val="1600"/>
              <a:buChar char="•"/>
            </a:pPr>
            <a:r>
              <a:rPr lang="en-US" sz="1600">
                <a:solidFill>
                  <a:srgbClr val="414244"/>
                </a:solidFill>
              </a:rPr>
              <a:t>Trace level information and debugging information</a:t>
            </a:r>
            <a:endParaRPr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g2a4ddfc3f56_0_6"/>
          <p:cNvSpPr/>
          <p:nvPr/>
        </p:nvSpPr>
        <p:spPr>
          <a:xfrm>
            <a:off x="0" y="1158632"/>
            <a:ext cx="12192000" cy="18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73" name="Google Shape;1373;g2a4ddfc3f56_0_6"/>
          <p:cNvGrpSpPr/>
          <p:nvPr/>
        </p:nvGrpSpPr>
        <p:grpSpPr>
          <a:xfrm>
            <a:off x="2324" y="10200"/>
            <a:ext cx="12199876" cy="6413875"/>
            <a:chOff x="2324" y="10200"/>
            <a:chExt cx="12199876" cy="6413875"/>
          </a:xfrm>
        </p:grpSpPr>
        <p:sp>
          <p:nvSpPr>
            <p:cNvPr id="1374" name="Google Shape;1374;g2a4ddfc3f56_0_6"/>
            <p:cNvSpPr/>
            <p:nvPr/>
          </p:nvSpPr>
          <p:spPr>
            <a:xfrm>
              <a:off x="2325" y="6138175"/>
              <a:ext cx="12192000" cy="28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75" name="Google Shape;1375;g2a4ddfc3f56_0_6"/>
            <p:cNvGrpSpPr/>
            <p:nvPr/>
          </p:nvGrpSpPr>
          <p:grpSpPr>
            <a:xfrm>
              <a:off x="2324" y="10200"/>
              <a:ext cx="12187342" cy="6235892"/>
              <a:chOff x="2324" y="10200"/>
              <a:chExt cx="12187342" cy="6235892"/>
            </a:xfrm>
          </p:grpSpPr>
          <p:pic>
            <p:nvPicPr>
              <p:cNvPr id="1376" name="Google Shape;1376;g2a4ddfc3f56_0_6"/>
              <p:cNvPicPr preferRelativeResize="0"/>
              <p:nvPr/>
            </p:nvPicPr>
            <p:blipFill rotWithShape="1">
              <a:blip r:embed="rId3">
                <a:alphaModFix/>
              </a:blip>
              <a:srcRect b="0" l="0" r="0" t="0"/>
              <a:stretch/>
            </p:blipFill>
            <p:spPr>
              <a:xfrm>
                <a:off x="2324" y="76200"/>
                <a:ext cx="12187342" cy="6169892"/>
              </a:xfrm>
              <a:prstGeom prst="rect">
                <a:avLst/>
              </a:prstGeom>
              <a:noFill/>
              <a:ln>
                <a:noFill/>
              </a:ln>
            </p:spPr>
          </p:pic>
          <p:sp>
            <p:nvSpPr>
              <p:cNvPr id="1377" name="Google Shape;1377;g2a4ddfc3f56_0_6"/>
              <p:cNvSpPr/>
              <p:nvPr/>
            </p:nvSpPr>
            <p:spPr>
              <a:xfrm>
                <a:off x="10200" y="10200"/>
                <a:ext cx="11521800" cy="18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78" name="Google Shape;1378;g2a4ddfc3f56_0_6"/>
            <p:cNvSpPr/>
            <p:nvPr/>
          </p:nvSpPr>
          <p:spPr>
            <a:xfrm>
              <a:off x="10200" y="6164025"/>
              <a:ext cx="12192000" cy="183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3" name="Shape 1383"/>
        <p:cNvGrpSpPr/>
        <p:nvPr/>
      </p:nvGrpSpPr>
      <p:grpSpPr>
        <a:xfrm>
          <a:off x="0" y="0"/>
          <a:ext cx="0" cy="0"/>
          <a:chOff x="0" y="0"/>
          <a:chExt cx="0" cy="0"/>
        </a:xfrm>
      </p:grpSpPr>
      <p:sp>
        <p:nvSpPr>
          <p:cNvPr id="1384" name="Google Shape;1384;g323037950c3_1_0"/>
          <p:cNvSpPr txBox="1"/>
          <p:nvPr>
            <p:ph idx="1" type="body"/>
          </p:nvPr>
        </p:nvSpPr>
        <p:spPr>
          <a:xfrm>
            <a:off x="625929" y="431801"/>
            <a:ext cx="3489300" cy="304800"/>
          </a:xfrm>
          <a:prstGeom prst="rect">
            <a:avLst/>
          </a:prstGeom>
          <a:noFill/>
          <a:ln>
            <a:noFill/>
          </a:ln>
        </p:spPr>
        <p:txBody>
          <a:bodyPr anchorCtr="0" anchor="t" bIns="0" lIns="0" spcFirstLastPara="1" rIns="0" wrap="square" tIns="0">
            <a:normAutofit/>
          </a:bodyPr>
          <a:lstStyle/>
          <a:p>
            <a:pPr indent="0" lvl="0" marL="0" rtl="0" algn="l">
              <a:lnSpc>
                <a:spcPct val="95000"/>
              </a:lnSpc>
              <a:spcBef>
                <a:spcPts val="0"/>
              </a:spcBef>
              <a:spcAft>
                <a:spcPts val="0"/>
              </a:spcAft>
              <a:buSzPts val="1170"/>
              <a:buFont typeface="Arial"/>
              <a:buNone/>
            </a:pPr>
            <a:r>
              <a:t/>
            </a:r>
            <a:endParaRPr/>
          </a:p>
        </p:txBody>
      </p:sp>
      <p:pic>
        <p:nvPicPr>
          <p:cNvPr id="1385" name="Google Shape;1385;g323037950c3_1_0"/>
          <p:cNvPicPr preferRelativeResize="0"/>
          <p:nvPr/>
        </p:nvPicPr>
        <p:blipFill rotWithShape="1">
          <a:blip r:embed="rId3">
            <a:alphaModFix/>
          </a:blip>
          <a:srcRect b="0" l="0" r="0" t="0"/>
          <a:stretch/>
        </p:blipFill>
        <p:spPr>
          <a:xfrm>
            <a:off x="41838" y="163300"/>
            <a:ext cx="12108324" cy="6161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g32268d58d69_0_3935"/>
          <p:cNvSpPr txBox="1"/>
          <p:nvPr>
            <p:ph type="title"/>
          </p:nvPr>
        </p:nvSpPr>
        <p:spPr>
          <a:xfrm>
            <a:off x="217450" y="365125"/>
            <a:ext cx="5197800" cy="491400"/>
          </a:xfrm>
          <a:prstGeom prst="rect">
            <a:avLst/>
          </a:prstGeom>
          <a:solidFill>
            <a:schemeClr val="accent1"/>
          </a:solidFill>
          <a:ln>
            <a:noFill/>
          </a:ln>
          <a:effectLst>
            <a:outerShdw blurRad="57150" rotWithShape="0" algn="bl" dir="5400000" dist="19050">
              <a:srgbClr val="000000">
                <a:alpha val="49803"/>
              </a:srgbClr>
            </a:outerShdw>
          </a:effectLst>
        </p:spPr>
        <p:txBody>
          <a:bodyPr anchorCtr="0" anchor="t" bIns="45700" lIns="91425" spcFirstLastPara="1" rIns="91425" wrap="square" tIns="45700">
            <a:spAutoFit/>
          </a:bodyPr>
          <a:lstStyle/>
          <a:p>
            <a:pPr indent="0" lvl="0" marL="0" rtl="0" algn="l">
              <a:lnSpc>
                <a:spcPct val="90000"/>
              </a:lnSpc>
              <a:spcBef>
                <a:spcPts val="0"/>
              </a:spcBef>
              <a:spcAft>
                <a:spcPts val="0"/>
              </a:spcAft>
              <a:buClr>
                <a:schemeClr val="dk1"/>
              </a:buClr>
              <a:buSzPts val="1100"/>
              <a:buFont typeface="Arial"/>
              <a:buNone/>
            </a:pPr>
            <a:r>
              <a:rPr lang="en-US" sz="2880">
                <a:solidFill>
                  <a:schemeClr val="lt1"/>
                </a:solidFill>
              </a:rPr>
              <a:t>AppDynamics Kyndryl Team</a:t>
            </a:r>
            <a:endParaRPr sz="2880">
              <a:solidFill>
                <a:schemeClr val="lt1"/>
              </a:solidFill>
            </a:endParaRPr>
          </a:p>
        </p:txBody>
      </p:sp>
      <p:sp>
        <p:nvSpPr>
          <p:cNvPr id="1392" name="Google Shape;1392;g32268d58d69_0_3935"/>
          <p:cNvSpPr txBox="1"/>
          <p:nvPr>
            <p:ph idx="2" type="body"/>
          </p:nvPr>
        </p:nvSpPr>
        <p:spPr>
          <a:xfrm>
            <a:off x="650800" y="1105300"/>
            <a:ext cx="5815500" cy="514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400"/>
              <a:buNone/>
            </a:pPr>
            <a:r>
              <a:rPr lang="en-US" sz="1700">
                <a:solidFill>
                  <a:schemeClr val="accent1"/>
                </a:solidFill>
              </a:rPr>
              <a:t>Damian Waid</a:t>
            </a:r>
            <a:endParaRPr sz="1700">
              <a:solidFill>
                <a:schemeClr val="accent1"/>
              </a:solidFill>
            </a:endParaRPr>
          </a:p>
          <a:p>
            <a:pPr indent="0" lvl="0" marL="0" rtl="0" algn="l">
              <a:lnSpc>
                <a:spcPct val="100000"/>
              </a:lnSpc>
              <a:spcBef>
                <a:spcPts val="0"/>
              </a:spcBef>
              <a:spcAft>
                <a:spcPts val="0"/>
              </a:spcAft>
              <a:buSzPts val="2400"/>
              <a:buNone/>
            </a:pPr>
            <a:r>
              <a:rPr lang="en-US" sz="1300">
                <a:solidFill>
                  <a:schemeClr val="accent6"/>
                </a:solidFill>
              </a:rPr>
              <a:t>Service Delivery Manager</a:t>
            </a:r>
            <a:endParaRPr sz="1300">
              <a:solidFill>
                <a:schemeClr val="accent6"/>
              </a:solidFill>
            </a:endParaRPr>
          </a:p>
          <a:p>
            <a:pPr indent="0" lvl="0" marL="0" rtl="0" algn="l">
              <a:lnSpc>
                <a:spcPct val="100000"/>
              </a:lnSpc>
              <a:spcBef>
                <a:spcPts val="0"/>
              </a:spcBef>
              <a:spcAft>
                <a:spcPts val="0"/>
              </a:spcAft>
              <a:buSzPts val="2400"/>
              <a:buNone/>
            </a:pPr>
            <a:r>
              <a:t/>
            </a:r>
            <a:endParaRPr sz="1400">
              <a:solidFill>
                <a:schemeClr val="dk1"/>
              </a:solidFill>
            </a:endParaRPr>
          </a:p>
          <a:p>
            <a:pPr indent="0" lvl="0" marL="0" rtl="0" algn="l">
              <a:lnSpc>
                <a:spcPct val="100000"/>
              </a:lnSpc>
              <a:spcBef>
                <a:spcPts val="0"/>
              </a:spcBef>
              <a:spcAft>
                <a:spcPts val="0"/>
              </a:spcAft>
              <a:buSzPts val="2400"/>
              <a:buNone/>
            </a:pPr>
            <a:r>
              <a:t/>
            </a:r>
            <a:endParaRPr sz="1400">
              <a:solidFill>
                <a:schemeClr val="dk1"/>
              </a:solidFill>
            </a:endParaRPr>
          </a:p>
          <a:p>
            <a:pPr indent="0" lvl="0" marL="0" rtl="0" algn="l">
              <a:lnSpc>
                <a:spcPct val="100000"/>
              </a:lnSpc>
              <a:spcBef>
                <a:spcPts val="0"/>
              </a:spcBef>
              <a:spcAft>
                <a:spcPts val="0"/>
              </a:spcAft>
              <a:buSzPts val="2400"/>
              <a:buNone/>
            </a:pPr>
            <a:r>
              <a:rPr lang="en-US" sz="1700">
                <a:solidFill>
                  <a:schemeClr val="accent1"/>
                </a:solidFill>
              </a:rPr>
              <a:t>Staci Steger </a:t>
            </a:r>
            <a:endParaRPr sz="1700">
              <a:solidFill>
                <a:schemeClr val="accent1"/>
              </a:solidFill>
            </a:endParaRPr>
          </a:p>
          <a:p>
            <a:pPr indent="0" lvl="0" marL="0" rtl="0" algn="l">
              <a:lnSpc>
                <a:spcPct val="100000"/>
              </a:lnSpc>
              <a:spcBef>
                <a:spcPts val="0"/>
              </a:spcBef>
              <a:spcAft>
                <a:spcPts val="0"/>
              </a:spcAft>
              <a:buSzPts val="2400"/>
              <a:buNone/>
            </a:pPr>
            <a:r>
              <a:rPr lang="en-US" sz="1300">
                <a:solidFill>
                  <a:schemeClr val="accent6"/>
                </a:solidFill>
              </a:rPr>
              <a:t>Team Lead/Project Manager</a:t>
            </a:r>
            <a:endParaRPr sz="1300">
              <a:solidFill>
                <a:schemeClr val="accent6"/>
              </a:solidFill>
            </a:endParaRPr>
          </a:p>
          <a:p>
            <a:pPr indent="0" lvl="0" marL="0" rtl="0" algn="l">
              <a:lnSpc>
                <a:spcPct val="100000"/>
              </a:lnSpc>
              <a:spcBef>
                <a:spcPts val="0"/>
              </a:spcBef>
              <a:spcAft>
                <a:spcPts val="0"/>
              </a:spcAft>
              <a:buSzPts val="2400"/>
              <a:buNone/>
            </a:pPr>
            <a:r>
              <a:t/>
            </a:r>
            <a:endParaRPr sz="1400">
              <a:solidFill>
                <a:schemeClr val="dk1"/>
              </a:solidFill>
            </a:endParaRPr>
          </a:p>
          <a:p>
            <a:pPr indent="0" lvl="0" marL="0" rtl="0" algn="l">
              <a:lnSpc>
                <a:spcPct val="100000"/>
              </a:lnSpc>
              <a:spcBef>
                <a:spcPts val="0"/>
              </a:spcBef>
              <a:spcAft>
                <a:spcPts val="0"/>
              </a:spcAft>
              <a:buSzPts val="2400"/>
              <a:buNone/>
            </a:pPr>
            <a:r>
              <a:t/>
            </a:r>
            <a:endParaRPr sz="1400">
              <a:solidFill>
                <a:schemeClr val="dk1"/>
              </a:solidFill>
            </a:endParaRPr>
          </a:p>
          <a:p>
            <a:pPr indent="0" lvl="0" marL="0" rtl="0" algn="l">
              <a:lnSpc>
                <a:spcPct val="100000"/>
              </a:lnSpc>
              <a:spcBef>
                <a:spcPts val="0"/>
              </a:spcBef>
              <a:spcAft>
                <a:spcPts val="0"/>
              </a:spcAft>
              <a:buSzPts val="2400"/>
              <a:buNone/>
            </a:pPr>
            <a:r>
              <a:rPr lang="en-US" sz="1600">
                <a:solidFill>
                  <a:schemeClr val="accent1"/>
                </a:solidFill>
              </a:rPr>
              <a:t>Sayed Rahman</a:t>
            </a:r>
            <a:endParaRPr sz="1600">
              <a:solidFill>
                <a:schemeClr val="accent1"/>
              </a:solidFill>
            </a:endParaRPr>
          </a:p>
          <a:p>
            <a:pPr indent="0" lvl="0" marL="0" rtl="0" algn="l">
              <a:lnSpc>
                <a:spcPct val="100000"/>
              </a:lnSpc>
              <a:spcBef>
                <a:spcPts val="0"/>
              </a:spcBef>
              <a:spcAft>
                <a:spcPts val="0"/>
              </a:spcAft>
              <a:buSzPts val="2400"/>
              <a:buNone/>
            </a:pPr>
            <a:r>
              <a:rPr lang="en-US" sz="1300">
                <a:solidFill>
                  <a:schemeClr val="accent6"/>
                </a:solidFill>
              </a:rPr>
              <a:t>AppDynamics Engineer</a:t>
            </a:r>
            <a:endParaRPr sz="1300">
              <a:solidFill>
                <a:schemeClr val="accent6"/>
              </a:solidFill>
            </a:endParaRPr>
          </a:p>
          <a:p>
            <a:pPr indent="0" lvl="0" marL="0" rtl="0" algn="l">
              <a:lnSpc>
                <a:spcPct val="100000"/>
              </a:lnSpc>
              <a:spcBef>
                <a:spcPts val="0"/>
              </a:spcBef>
              <a:spcAft>
                <a:spcPts val="0"/>
              </a:spcAft>
              <a:buSzPts val="2400"/>
              <a:buNone/>
            </a:pPr>
            <a:r>
              <a:t/>
            </a:r>
            <a:endParaRPr sz="1400">
              <a:solidFill>
                <a:schemeClr val="dk1"/>
              </a:solidFill>
            </a:endParaRPr>
          </a:p>
          <a:p>
            <a:pPr indent="0" lvl="0" marL="0" rtl="0" algn="l">
              <a:lnSpc>
                <a:spcPct val="100000"/>
              </a:lnSpc>
              <a:spcBef>
                <a:spcPts val="0"/>
              </a:spcBef>
              <a:spcAft>
                <a:spcPts val="0"/>
              </a:spcAft>
              <a:buSzPts val="2400"/>
              <a:buNone/>
            </a:pPr>
            <a:r>
              <a:t/>
            </a:r>
            <a:endParaRPr sz="1400">
              <a:solidFill>
                <a:schemeClr val="dk1"/>
              </a:solidFill>
            </a:endParaRPr>
          </a:p>
          <a:p>
            <a:pPr indent="0" lvl="0" marL="0" rtl="0" algn="l">
              <a:lnSpc>
                <a:spcPct val="100000"/>
              </a:lnSpc>
              <a:spcBef>
                <a:spcPts val="0"/>
              </a:spcBef>
              <a:spcAft>
                <a:spcPts val="0"/>
              </a:spcAft>
              <a:buSzPts val="2400"/>
              <a:buNone/>
            </a:pPr>
            <a:r>
              <a:rPr lang="en-US" sz="1700">
                <a:solidFill>
                  <a:schemeClr val="accent1"/>
                </a:solidFill>
              </a:rPr>
              <a:t>Raj Patel </a:t>
            </a:r>
            <a:endParaRPr sz="1700">
              <a:solidFill>
                <a:schemeClr val="accent1"/>
              </a:solidFill>
            </a:endParaRPr>
          </a:p>
          <a:p>
            <a:pPr indent="0" lvl="0" marL="0" rtl="0" algn="l">
              <a:lnSpc>
                <a:spcPct val="100000"/>
              </a:lnSpc>
              <a:spcBef>
                <a:spcPts val="0"/>
              </a:spcBef>
              <a:spcAft>
                <a:spcPts val="0"/>
              </a:spcAft>
              <a:buSzPts val="2400"/>
              <a:buNone/>
            </a:pPr>
            <a:r>
              <a:rPr lang="en-US" sz="1300">
                <a:solidFill>
                  <a:schemeClr val="accent6"/>
                </a:solidFill>
              </a:rPr>
              <a:t>AppDynamics Engineer</a:t>
            </a:r>
            <a:endParaRPr sz="1300">
              <a:solidFill>
                <a:schemeClr val="accent6"/>
              </a:solidFill>
            </a:endParaRPr>
          </a:p>
          <a:p>
            <a:pPr indent="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00000"/>
              </a:lnSpc>
              <a:spcBef>
                <a:spcPts val="0"/>
              </a:spcBef>
              <a:spcAft>
                <a:spcPts val="0"/>
              </a:spcAft>
              <a:buSzPts val="2400"/>
              <a:buNone/>
            </a:pPr>
            <a:r>
              <a:t/>
            </a:r>
            <a:endParaRPr sz="1300">
              <a:solidFill>
                <a:schemeClr val="accent6"/>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accent1"/>
                </a:solidFill>
              </a:rPr>
              <a:t>John Wannemacher</a:t>
            </a:r>
            <a:endParaRPr sz="16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US" sz="1300">
                <a:solidFill>
                  <a:schemeClr val="accent6"/>
                </a:solidFill>
              </a:rPr>
              <a:t>AppDynamics Engineer</a:t>
            </a:r>
            <a:endParaRPr sz="1300">
              <a:solidFill>
                <a:schemeClr val="accent6"/>
              </a:solidFill>
            </a:endParaRPr>
          </a:p>
          <a:p>
            <a:pPr indent="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700">
                <a:solidFill>
                  <a:schemeClr val="accent1"/>
                </a:solidFill>
              </a:rPr>
              <a:t>Adam Featherston</a:t>
            </a:r>
            <a:endParaRPr sz="17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US" sz="1300">
                <a:solidFill>
                  <a:schemeClr val="accent6"/>
                </a:solidFill>
              </a:rPr>
              <a:t>AppDynamics Engineer</a:t>
            </a:r>
            <a:endParaRPr sz="1300">
              <a:solidFill>
                <a:schemeClr val="accent6"/>
              </a:solidFill>
            </a:endParaRPr>
          </a:p>
        </p:txBody>
      </p:sp>
      <p:sp>
        <p:nvSpPr>
          <p:cNvPr id="1393" name="Google Shape;1393;g32268d58d69_0_3935"/>
          <p:cNvSpPr txBox="1"/>
          <p:nvPr>
            <p:ph type="title"/>
          </p:nvPr>
        </p:nvSpPr>
        <p:spPr>
          <a:xfrm>
            <a:off x="5415250" y="2724750"/>
            <a:ext cx="3052500" cy="14085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7200"/>
              <a:buNone/>
            </a:pPr>
            <a:r>
              <a:rPr lang="en-US" sz="9500"/>
              <a:t>Q&amp;A</a:t>
            </a:r>
            <a:endParaRPr sz="9500"/>
          </a:p>
        </p:txBody>
      </p:sp>
    </p:spTree>
  </p:cSld>
  <p:clrMapOvr>
    <a:masterClrMapping/>
  </p:clrMapOvr>
  <mc:AlternateContent>
    <mc:Choice Requires="p14">
      <p:transition spd="slow" p14:dur="2400">
        <p:fade thruBlk="1"/>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K24">
  <a:themeElements>
    <a:clrScheme name="Kyndryl">
      <a:dk1>
        <a:srgbClr val="000000"/>
      </a:dk1>
      <a:lt1>
        <a:srgbClr val="FFFFFF"/>
      </a:lt1>
      <a:dk2>
        <a:srgbClr val="042315"/>
      </a:dk2>
      <a:lt2>
        <a:srgbClr val="F1F1EE"/>
      </a:lt2>
      <a:accent1>
        <a:srgbClr val="FF462D"/>
      </a:accent1>
      <a:accent2>
        <a:srgbClr val="E4F4F1"/>
      </a:accent2>
      <a:accent3>
        <a:srgbClr val="4CDD84"/>
      </a:accent3>
      <a:accent4>
        <a:srgbClr val="29707A"/>
      </a:accent4>
      <a:accent5>
        <a:srgbClr val="9E9287"/>
      </a:accent5>
      <a:accent6>
        <a:srgbClr val="3D3C3C"/>
      </a:accent6>
      <a:hlink>
        <a:srgbClr val="FF462D"/>
      </a:hlink>
      <a:folHlink>
        <a:srgbClr val="187E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
  <a:themeElements>
    <a:clrScheme name="Kyndryl">
      <a:dk1>
        <a:srgbClr val="000000"/>
      </a:dk1>
      <a:lt1>
        <a:srgbClr val="FFFFFF"/>
      </a:lt1>
      <a:dk2>
        <a:srgbClr val="042315"/>
      </a:dk2>
      <a:lt2>
        <a:srgbClr val="F1F1EE"/>
      </a:lt2>
      <a:accent1>
        <a:srgbClr val="FF462D"/>
      </a:accent1>
      <a:accent2>
        <a:srgbClr val="E4F4F1"/>
      </a:accent2>
      <a:accent3>
        <a:srgbClr val="4CDD84"/>
      </a:accent3>
      <a:accent4>
        <a:srgbClr val="29707A"/>
      </a:accent4>
      <a:accent5>
        <a:srgbClr val="9E9287"/>
      </a:accent5>
      <a:accent6>
        <a:srgbClr val="3D3C3C"/>
      </a:accent6>
      <a:hlink>
        <a:srgbClr val="187E3F"/>
      </a:hlink>
      <a:folHlink>
        <a:srgbClr val="56504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2024-01-31T15:26:22Z</dcterms:created>
  <dc:creator>Spencer Kloewer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0x010100411AD240CF1FEE47935DB9267C088C4C</vt:lpwstr>
  </property>
  <property fmtid="{D5CDD505-2E9C-101B-9397-08002B2CF9AE}" pid="3" name="MediaServiceImageTags">
    <vt:lpwstr/>
  </property>
</Properties>
</file>